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d31394e0e34247" /><Relationship Type="http://schemas.openxmlformats.org/officeDocument/2006/relationships/extended-properties" Target="/docProps/app.xml" Id="R3380d4c6501d4dbd" /><Relationship Type="http://schemas.openxmlformats.org/officeDocument/2006/relationships/officeDocument" Target="/ppt/presentation.xml" Id="R89bfc072085d4d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37855de0f54b38"/>
  </p:sldMasterIdLst>
  <p:notesMasterIdLst>
    <p:notesMasterId xmlns:r="http://schemas.openxmlformats.org/officeDocument/2006/relationships" r:id="R0f3ae3dc561f43ec"/>
  </p:notesMasterIdLst>
  <p:sldIdLst>
    <p:sldId xmlns:r="http://schemas.openxmlformats.org/officeDocument/2006/relationships" id="256" r:id="R7975c4e924c24b7e"/>
    <p:sldId xmlns:r="http://schemas.openxmlformats.org/officeDocument/2006/relationships" id="257" r:id="R6a2ca11642c044e8"/>
    <p:sldId xmlns:r="http://schemas.openxmlformats.org/officeDocument/2006/relationships" id="258" r:id="R43ac8fe06c4d42c1"/>
    <p:sldId xmlns:r="http://schemas.openxmlformats.org/officeDocument/2006/relationships" id="259" r:id="R12242f3ec9834aef"/>
    <p:sldId xmlns:r="http://schemas.openxmlformats.org/officeDocument/2006/relationships" id="260" r:id="R3a10cbdf3b344a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97968d78dc4da1" /><Relationship Type="http://schemas.openxmlformats.org/officeDocument/2006/relationships/slideMaster" Target="/ppt/slideMasters/slideMaster1.xml" Id="R5537855de0f54b38" /><Relationship Type="http://schemas.openxmlformats.org/officeDocument/2006/relationships/notesMaster" Target="/ppt/notesMasters/notesMaster1.xml" Id="R0f3ae3dc561f43ec" /><Relationship Type="http://schemas.openxmlformats.org/officeDocument/2006/relationships/presProps" Target="/ppt/presProps.xml" Id="R9cd39b7e45ef4c7a" /><Relationship Type="http://schemas.openxmlformats.org/officeDocument/2006/relationships/tableStyles" Target="/ppt/tableStyles.xml" Id="R7c2849f290ee496e" /><Relationship Type="http://schemas.openxmlformats.org/officeDocument/2006/relationships/slide" Target="/ppt/slides/slide1.xml" Id="R7975c4e924c24b7e" /><Relationship Type="http://schemas.openxmlformats.org/officeDocument/2006/relationships/slide" Target="/ppt/slides/slide2.xml" Id="R6a2ca11642c044e8" /><Relationship Type="http://schemas.openxmlformats.org/officeDocument/2006/relationships/slide" Target="/ppt/slides/slide3.xml" Id="R43ac8fe06c4d42c1" /><Relationship Type="http://schemas.openxmlformats.org/officeDocument/2006/relationships/slide" Target="/ppt/slides/slide4.xml" Id="R12242f3ec9834aef" /><Relationship Type="http://schemas.openxmlformats.org/officeDocument/2006/relationships/slide" Target="/ppt/slides/slide5.xml" Id="R3a10cbdf3b344a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20716d87a446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4b2c32953f4904" /><Relationship Type="http://schemas.openxmlformats.org/officeDocument/2006/relationships/notesMaster" Target="/ppt/notesMasters/notesMaster1.xml" Id="Rb3b48107ebaa4a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2a841e27c049ee" /><Relationship Type="http://schemas.openxmlformats.org/officeDocument/2006/relationships/notesMaster" Target="/ppt/notesMasters/notesMaster1.xml" Id="R6de2ac9335ee45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59cf77f2cf4623" /><Relationship Type="http://schemas.openxmlformats.org/officeDocument/2006/relationships/notesMaster" Target="/ppt/notesMasters/notesMaster1.xml" Id="Rb52145f17f384c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52b4568794445b" /><Relationship Type="http://schemas.openxmlformats.org/officeDocument/2006/relationships/notesMaster" Target="/ppt/notesMasters/notesMaster1.xml" Id="Raa5f983821ad47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662ac8ae1540b8" /><Relationship Type="http://schemas.openxmlformats.org/officeDocument/2006/relationships/notesMaster" Target="/ppt/notesMasters/notesMaster1.xml" Id="R19ee2c92f31e43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3e6fcaee940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7468473e44a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f4e337c3e42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3986d237942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7cfaf8d5949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469e65c5d45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CD4EA7-58D0-453F-9CA2-77CD563F05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DA3403-8185-4531-836F-21F4B246C7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517050-A3F6-41CC-A74B-5FB5E375B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CA9944-5E29-4644-B818-2688F54084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55E374-3147-4081-A853-05A52BB9A5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CE25CF-A27A-4F74-981D-F5026A0B3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148FBE-CD6A-4ED2-9056-68624A2437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7520E0-EEB9-4B33-93B7-C03EE8E72C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EE88FF-F595-49FB-8DA7-90EC07C0B5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3D6077-F729-4875-8023-C0C2BC7DC3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d7d0e472834029" /><Relationship Type="http://schemas.openxmlformats.org/officeDocument/2006/relationships/slideLayout" Target="/ppt/slideLayouts/slideLayout1.xml" Id="R5527cc2dfb684853" /><Relationship Type="http://schemas.openxmlformats.org/officeDocument/2006/relationships/slideLayout" Target="/ppt/slideLayouts/slideLayout2.xml" Id="R8fb5b012893d4c0e" /><Relationship Type="http://schemas.openxmlformats.org/officeDocument/2006/relationships/slideLayout" Target="/ppt/slideLayouts/slideLayout3.xml" Id="R6b55dca267c94761" /><Relationship Type="http://schemas.openxmlformats.org/officeDocument/2006/relationships/slideLayout" Target="/ppt/slideLayouts/slideLayout4.xml" Id="Rb8efb0bf7fcc4b31" /><Relationship Type="http://schemas.openxmlformats.org/officeDocument/2006/relationships/slideLayout" Target="/ppt/slideLayouts/slideLayout5.xml" Id="R758a74372ef54849" /><Relationship Type="http://schemas.openxmlformats.org/officeDocument/2006/relationships/slideLayout" Target="/ppt/slideLayouts/slideLayout6.xml" Id="R9939324712eb48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27cc2dfb684853"/>
    <p:sldLayoutId xmlns:r="http://schemas.openxmlformats.org/officeDocument/2006/relationships" id="2147483650" r:id="R8fb5b012893d4c0e"/>
    <p:sldLayoutId xmlns:r="http://schemas.openxmlformats.org/officeDocument/2006/relationships" id="2147483651" r:id="R6b55dca267c94761"/>
    <p:sldLayoutId xmlns:r="http://schemas.openxmlformats.org/officeDocument/2006/relationships" id="2147483652" r:id="Rb8efb0bf7fcc4b31"/>
    <p:sldLayoutId xmlns:r="http://schemas.openxmlformats.org/officeDocument/2006/relationships" id="2147483653" r:id="R758a74372ef54849"/>
    <p:sldLayoutId xmlns:r="http://schemas.openxmlformats.org/officeDocument/2006/relationships" id="2147483654" r:id="R9939324712eb48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d32736052431d" /><Relationship Type="http://schemas.openxmlformats.org/officeDocument/2006/relationships/notesSlide" Target="/ppt/notesSlides/notesSlide1.xml" Id="R572f59dec42345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32cb25e3e4252" /><Relationship Type="http://schemas.openxmlformats.org/officeDocument/2006/relationships/notesSlide" Target="/ppt/notesSlides/notesSlide2.xml" Id="R6d3082d7acef4e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3d27632ba14b89" /><Relationship Type="http://schemas.openxmlformats.org/officeDocument/2006/relationships/notesSlide" Target="/ppt/notesSlides/notesSlide3.xml" Id="Rbaf02ce12fe045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74e53179f14174" /><Relationship Type="http://schemas.openxmlformats.org/officeDocument/2006/relationships/notesSlide" Target="/ppt/notesSlides/notesSlide4.xml" Id="R8f0b2654e97742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be5f9e2f3f4536" /><Relationship Type="http://schemas.openxmlformats.org/officeDocument/2006/relationships/notesSlide" Target="/ppt/notesSlides/notesSlide5.xml" Id="R3ba57873ed3d45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E72E8-9581-4A60-96CE-8C05939B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E6AD9-2235-4070-A49E-623CC79C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A8BAC1"/>
                </a:solidFill>
              </a:defRPr>
            </a:defPPr>
            <a:lvl1pPr>
              <a:defRPr sz="975" b="1">
                <a:solidFill>
                  <a:srgbClr val="A8BAC1"/>
                </a:solidFill>
              </a:defRPr>
            </a:lvl1pPr>
            <a:lvl2pPr>
              <a:defRPr sz="975" b="1">
                <a:solidFill>
                  <a:srgbClr val="A8BAC1"/>
                </a:solidFill>
              </a:defRPr>
            </a:lvl2pPr>
            <a:lvl3pPr>
              <a:defRPr sz="975" b="1">
                <a:solidFill>
                  <a:srgbClr val="A8BAC1"/>
                </a:solidFill>
              </a:defRPr>
            </a:lvl3pPr>
            <a:lvl4pPr>
              <a:defRPr sz="975" b="1">
                <a:solidFill>
                  <a:srgbClr val="A8BAC1"/>
                </a:solidFill>
              </a:defRPr>
            </a:lvl4pPr>
            <a:lvl5pPr>
              <a:defRPr sz="975" b="1">
                <a:solidFill>
                  <a:srgbClr val="A8BAC1"/>
                </a:solidFill>
              </a:defRPr>
            </a:lvl5pPr>
            <a:lvl6pPr>
              <a:defRPr sz="975" b="1">
                <a:solidFill>
                  <a:srgbClr val="A8BAC1"/>
                </a:solidFill>
              </a:defRPr>
            </a:lvl6pPr>
            <a:lvl7pPr>
              <a:defRPr sz="975" b="1">
                <a:solidFill>
                  <a:srgbClr val="A8BAC1"/>
                </a:solidFill>
              </a:defRPr>
            </a:lvl7pPr>
            <a:lvl8pPr>
              <a:defRPr sz="975" b="1">
                <a:solidFill>
                  <a:srgbClr val="A8BAC1"/>
                </a:solidFill>
              </a:defRPr>
            </a:lvl8pPr>
            <a:lvl9pPr>
              <a:defRPr sz="975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8BAC1"/>
                </a:solidFill>
              </a:defRPr>
            </a:pPr>
            <a:r>
              <a:rPr sz="975" b="1">
                <a:solidFill>
                  <a:srgbClr val="A8BAC1"/>
                </a:solidFill>
              </a:rPr>
              <a:t>EDGESAT AI  /  TRACK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3DB7F-FFBF-4580-BB09-B3F651CA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8BAC1"/>
                </a:solidFill>
              </a:defRPr>
            </a:defPPr>
            <a:lvl1pPr algn="r">
              <a:defRPr sz="900" b="1">
                <a:solidFill>
                  <a:srgbClr val="A8BAC1"/>
                </a:solidFill>
              </a:defRPr>
            </a:lvl1pPr>
            <a:lvl2pPr algn="r">
              <a:defRPr sz="900" b="1">
                <a:solidFill>
                  <a:srgbClr val="A8BAC1"/>
                </a:solidFill>
              </a:defRPr>
            </a:lvl2pPr>
            <a:lvl3pPr algn="r">
              <a:defRPr sz="900" b="1">
                <a:solidFill>
                  <a:srgbClr val="A8BAC1"/>
                </a:solidFill>
              </a:defRPr>
            </a:lvl3pPr>
            <a:lvl4pPr algn="r">
              <a:defRPr sz="900" b="1">
                <a:solidFill>
                  <a:srgbClr val="A8BAC1"/>
                </a:solidFill>
              </a:defRPr>
            </a:lvl4pPr>
            <a:lvl5pPr algn="r">
              <a:defRPr sz="900" b="1">
                <a:solidFill>
                  <a:srgbClr val="A8BAC1"/>
                </a:solidFill>
              </a:defRPr>
            </a:lvl5pPr>
            <a:lvl6pPr algn="r">
              <a:defRPr sz="900" b="1">
                <a:solidFill>
                  <a:srgbClr val="A8BAC1"/>
                </a:solidFill>
              </a:defRPr>
            </a:lvl6pPr>
            <a:lvl7pPr algn="r">
              <a:defRPr sz="900" b="1">
                <a:solidFill>
                  <a:srgbClr val="A8BAC1"/>
                </a:solidFill>
              </a:defRPr>
            </a:lvl7pPr>
            <a:lvl8pPr algn="r">
              <a:defRPr sz="900" b="1">
                <a:solidFill>
                  <a:srgbClr val="A8BAC1"/>
                </a:solidFill>
              </a:defRPr>
            </a:lvl8pPr>
            <a:lvl9pPr algn="r">
              <a:defRPr sz="900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8BAC1"/>
                </a:solidFill>
              </a:defRPr>
            </a:pPr>
            <a:r>
              <a:rPr sz="900" b="1">
                <a:solidFill>
                  <a:srgbClr val="A8BAC1"/>
                </a:solidFill>
              </a:rPr>
              <a:t>MISSION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605C6-DD80-465E-AFEE-1637BC0A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0DCD2-12D9-4D52-8A05-4A850DAB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EF4F5"/>
                </a:solidFill>
              </a:defRPr>
            </a:defPPr>
            <a:lvl1pPr>
              <a:defRPr sz="2400" b="1">
                <a:solidFill>
                  <a:srgbClr val="EEF4F5"/>
                </a:solidFill>
              </a:defRPr>
            </a:lvl1pPr>
            <a:lvl2pPr>
              <a:defRPr sz="2400" b="1">
                <a:solidFill>
                  <a:srgbClr val="EEF4F5"/>
                </a:solidFill>
              </a:defRPr>
            </a:lvl2pPr>
            <a:lvl3pPr>
              <a:defRPr sz="2400" b="1">
                <a:solidFill>
                  <a:srgbClr val="EEF4F5"/>
                </a:solidFill>
              </a:defRPr>
            </a:lvl3pPr>
            <a:lvl4pPr>
              <a:defRPr sz="2400" b="1">
                <a:solidFill>
                  <a:srgbClr val="EEF4F5"/>
                </a:solidFill>
              </a:defRPr>
            </a:lvl4pPr>
            <a:lvl5pPr>
              <a:defRPr sz="2400" b="1">
                <a:solidFill>
                  <a:srgbClr val="EEF4F5"/>
                </a:solidFill>
              </a:defRPr>
            </a:lvl5pPr>
            <a:lvl6pPr>
              <a:defRPr sz="2400" b="1">
                <a:solidFill>
                  <a:srgbClr val="EEF4F5"/>
                </a:solidFill>
              </a:defRPr>
            </a:lvl6pPr>
            <a:lvl7pPr>
              <a:defRPr sz="2400" b="1">
                <a:solidFill>
                  <a:srgbClr val="EEF4F5"/>
                </a:solidFill>
              </a:defRPr>
            </a:lvl7pPr>
            <a:lvl8pPr>
              <a:defRPr sz="2400" b="1">
                <a:solidFill>
                  <a:srgbClr val="EEF4F5"/>
                </a:solidFill>
              </a:defRPr>
            </a:lvl8pPr>
            <a:lvl9pPr>
              <a:defRPr sz="240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EF4F5"/>
                </a:solidFill>
              </a:defRPr>
            </a:pPr>
            <a:r>
              <a:rPr sz="2400" b="1">
                <a:solidFill>
                  <a:srgbClr val="EEF4F5"/>
                </a:solidFill>
              </a:rPr>
              <a:t>A compact model for satellite image triage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F47F1-6961-42A1-AA91-080C0F6A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1"/>
                </a:solidFill>
              </a:defRPr>
            </a:defPPr>
            <a:lvl1pPr>
              <a:defRPr sz="1200" b="0">
                <a:solidFill>
                  <a:srgbClr val="A8BAC1"/>
                </a:solidFill>
              </a:defRPr>
            </a:lvl1pPr>
            <a:lvl2pPr>
              <a:defRPr sz="1200" b="0">
                <a:solidFill>
                  <a:srgbClr val="A8BAC1"/>
                </a:solidFill>
              </a:defRPr>
            </a:lvl2pPr>
            <a:lvl3pPr>
              <a:defRPr sz="1200" b="0">
                <a:solidFill>
                  <a:srgbClr val="A8BAC1"/>
                </a:solidFill>
              </a:defRPr>
            </a:lvl3pPr>
            <a:lvl4pPr>
              <a:defRPr sz="1200" b="0">
                <a:solidFill>
                  <a:srgbClr val="A8BAC1"/>
                </a:solidFill>
              </a:defRPr>
            </a:lvl4pPr>
            <a:lvl5pPr>
              <a:defRPr sz="1200" b="0">
                <a:solidFill>
                  <a:srgbClr val="A8BAC1"/>
                </a:solidFill>
              </a:defRPr>
            </a:lvl5pPr>
            <a:lvl6pPr>
              <a:defRPr sz="1200" b="0">
                <a:solidFill>
                  <a:srgbClr val="A8BAC1"/>
                </a:solidFill>
              </a:defRPr>
            </a:lvl6pPr>
            <a:lvl7pPr>
              <a:defRPr sz="1200" b="0">
                <a:solidFill>
                  <a:srgbClr val="A8BAC1"/>
                </a:solidFill>
              </a:defRPr>
            </a:lvl7pPr>
            <a:lvl8pPr>
              <a:defRPr sz="1200" b="0">
                <a:solidFill>
                  <a:srgbClr val="A8BAC1"/>
                </a:solidFill>
              </a:defRPr>
            </a:lvl8pPr>
            <a:lvl9pPr>
              <a:defRPr sz="1200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1"/>
                </a:solidFill>
              </a:defRPr>
            </a:pPr>
            <a:r>
              <a:rPr sz="1200" b="0">
                <a:solidFill>
                  <a:srgbClr val="A8BAC1"/>
                </a:solidFill>
              </a:rPr>
              <a:t>Track 3 • AI/ML in Space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A5AA3-9D1F-4D75-BBEA-E3C77712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BFC5E-7DD7-4CE0-8C24-A59BE953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0">
                <a:solidFill>
                  <a:srgbClr val="A8BAC1"/>
                </a:solidFill>
              </a:defRPr>
            </a:defPPr>
            <a:lvl1pPr>
              <a:defRPr sz="750" b="0">
                <a:solidFill>
                  <a:srgbClr val="A8BAC1"/>
                </a:solidFill>
              </a:defRPr>
            </a:lvl1pPr>
            <a:lvl2pPr>
              <a:defRPr sz="750" b="0">
                <a:solidFill>
                  <a:srgbClr val="A8BAC1"/>
                </a:solidFill>
              </a:defRPr>
            </a:lvl2pPr>
            <a:lvl3pPr>
              <a:defRPr sz="750" b="0">
                <a:solidFill>
                  <a:srgbClr val="A8BAC1"/>
                </a:solidFill>
              </a:defRPr>
            </a:lvl3pPr>
            <a:lvl4pPr>
              <a:defRPr sz="750" b="0">
                <a:solidFill>
                  <a:srgbClr val="A8BAC1"/>
                </a:solidFill>
              </a:defRPr>
            </a:lvl4pPr>
            <a:lvl5pPr>
              <a:defRPr sz="750" b="0">
                <a:solidFill>
                  <a:srgbClr val="A8BAC1"/>
                </a:solidFill>
              </a:defRPr>
            </a:lvl5pPr>
            <a:lvl6pPr>
              <a:defRPr sz="750" b="0">
                <a:solidFill>
                  <a:srgbClr val="A8BAC1"/>
                </a:solidFill>
              </a:defRPr>
            </a:lvl6pPr>
            <a:lvl7pPr>
              <a:defRPr sz="750" b="0">
                <a:solidFill>
                  <a:srgbClr val="A8BAC1"/>
                </a:solidFill>
              </a:defRPr>
            </a:lvl7pPr>
            <a:lvl8pPr>
              <a:defRPr sz="750" b="0">
                <a:solidFill>
                  <a:srgbClr val="A8BAC1"/>
                </a:solidFill>
              </a:defRPr>
            </a:lvl8pPr>
            <a:lvl9pPr>
              <a:defRPr sz="750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8BAC1"/>
                </a:solidFill>
              </a:defRPr>
            </a:pPr>
            <a:r>
              <a:rPr sz="750" b="0">
                <a:solidFill>
                  <a:srgbClr val="A8BAC1"/>
                </a:solidFill>
              </a:rPr>
              <a:t>SSG × RESEARCH CLUB HACKATHON  •  EURO-SAT  •  MEASURED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1B939-5B38-4B80-A79F-42F8D8A0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A8BAC1"/>
                </a:solidFill>
              </a:defRPr>
            </a:defPPr>
            <a:lvl1pPr algn="r">
              <a:defRPr sz="750" b="1">
                <a:solidFill>
                  <a:srgbClr val="A8BAC1"/>
                </a:solidFill>
              </a:defRPr>
            </a:lvl1pPr>
            <a:lvl2pPr algn="r">
              <a:defRPr sz="750" b="1">
                <a:solidFill>
                  <a:srgbClr val="A8BAC1"/>
                </a:solidFill>
              </a:defRPr>
            </a:lvl2pPr>
            <a:lvl3pPr algn="r">
              <a:defRPr sz="750" b="1">
                <a:solidFill>
                  <a:srgbClr val="A8BAC1"/>
                </a:solidFill>
              </a:defRPr>
            </a:lvl3pPr>
            <a:lvl4pPr algn="r">
              <a:defRPr sz="750" b="1">
                <a:solidFill>
                  <a:srgbClr val="A8BAC1"/>
                </a:solidFill>
              </a:defRPr>
            </a:lvl4pPr>
            <a:lvl5pPr algn="r">
              <a:defRPr sz="750" b="1">
                <a:solidFill>
                  <a:srgbClr val="A8BAC1"/>
                </a:solidFill>
              </a:defRPr>
            </a:lvl5pPr>
            <a:lvl6pPr algn="r">
              <a:defRPr sz="750" b="1">
                <a:solidFill>
                  <a:srgbClr val="A8BAC1"/>
                </a:solidFill>
              </a:defRPr>
            </a:lvl6pPr>
            <a:lvl7pPr algn="r">
              <a:defRPr sz="750" b="1">
                <a:solidFill>
                  <a:srgbClr val="A8BAC1"/>
                </a:solidFill>
              </a:defRPr>
            </a:lvl7pPr>
            <a:lvl8pPr algn="r">
              <a:defRPr sz="750" b="1">
                <a:solidFill>
                  <a:srgbClr val="A8BAC1"/>
                </a:solidFill>
              </a:defRPr>
            </a:lvl8pPr>
            <a:lvl9pPr algn="r">
              <a:defRPr sz="750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A8BAC1"/>
                </a:solidFill>
              </a:defRPr>
            </a:pPr>
            <a:r>
              <a:rPr sz="750" b="1">
                <a:solidFill>
                  <a:srgbClr val="A8BAC1"/>
                </a:solidFill>
              </a:rPr>
              <a:t>01 /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A09BA-EDAA-470D-831B-1A49A085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350" b="1">
                <a:solidFill>
                  <a:srgbClr val="EEF4F5"/>
                </a:solidFill>
              </a:defRPr>
            </a:defPPr>
            <a:lvl1pPr>
              <a:defRPr sz="4350" b="1">
                <a:solidFill>
                  <a:srgbClr val="EEF4F5"/>
                </a:solidFill>
              </a:defRPr>
            </a:lvl1pPr>
            <a:lvl2pPr>
              <a:defRPr sz="4350" b="1">
                <a:solidFill>
                  <a:srgbClr val="EEF4F5"/>
                </a:solidFill>
              </a:defRPr>
            </a:lvl2pPr>
            <a:lvl3pPr>
              <a:defRPr sz="4350" b="1">
                <a:solidFill>
                  <a:srgbClr val="EEF4F5"/>
                </a:solidFill>
              </a:defRPr>
            </a:lvl3pPr>
            <a:lvl4pPr>
              <a:defRPr sz="4350" b="1">
                <a:solidFill>
                  <a:srgbClr val="EEF4F5"/>
                </a:solidFill>
              </a:defRPr>
            </a:lvl4pPr>
            <a:lvl5pPr>
              <a:defRPr sz="4350" b="1">
                <a:solidFill>
                  <a:srgbClr val="EEF4F5"/>
                </a:solidFill>
              </a:defRPr>
            </a:lvl5pPr>
            <a:lvl6pPr>
              <a:defRPr sz="4350" b="1">
                <a:solidFill>
                  <a:srgbClr val="EEF4F5"/>
                </a:solidFill>
              </a:defRPr>
            </a:lvl6pPr>
            <a:lvl7pPr>
              <a:defRPr sz="4350" b="1">
                <a:solidFill>
                  <a:srgbClr val="EEF4F5"/>
                </a:solidFill>
              </a:defRPr>
            </a:lvl7pPr>
            <a:lvl8pPr>
              <a:defRPr sz="4350" b="1">
                <a:solidFill>
                  <a:srgbClr val="EEF4F5"/>
                </a:solidFill>
              </a:defRPr>
            </a:lvl8pPr>
            <a:lvl9pPr>
              <a:defRPr sz="4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EEF4F5"/>
                </a:solidFill>
              </a:defRPr>
            </a:pPr>
            <a:r>
              <a:rPr sz="4350" b="1">
                <a:solidFill>
                  <a:srgbClr val="EEF4F5"/>
                </a:solidFill>
              </a:rPr>
              <a:t>EdgeSat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928E4-D95F-4A02-B739-87747E0D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A8BAC1"/>
                </a:solidFill>
              </a:defRPr>
            </a:defPPr>
            <a:lvl1pPr>
              <a:defRPr sz="1800" b="0">
                <a:solidFill>
                  <a:srgbClr val="A8BAC1"/>
                </a:solidFill>
              </a:defRPr>
            </a:lvl1pPr>
            <a:lvl2pPr>
              <a:defRPr sz="1800" b="0">
                <a:solidFill>
                  <a:srgbClr val="A8BAC1"/>
                </a:solidFill>
              </a:defRPr>
            </a:lvl2pPr>
            <a:lvl3pPr>
              <a:defRPr sz="1800" b="0">
                <a:solidFill>
                  <a:srgbClr val="A8BAC1"/>
                </a:solidFill>
              </a:defRPr>
            </a:lvl3pPr>
            <a:lvl4pPr>
              <a:defRPr sz="1800" b="0">
                <a:solidFill>
                  <a:srgbClr val="A8BAC1"/>
                </a:solidFill>
              </a:defRPr>
            </a:lvl4pPr>
            <a:lvl5pPr>
              <a:defRPr sz="1800" b="0">
                <a:solidFill>
                  <a:srgbClr val="A8BAC1"/>
                </a:solidFill>
              </a:defRPr>
            </a:lvl5pPr>
            <a:lvl6pPr>
              <a:defRPr sz="1800" b="0">
                <a:solidFill>
                  <a:srgbClr val="A8BAC1"/>
                </a:solidFill>
              </a:defRPr>
            </a:lvl6pPr>
            <a:lvl7pPr>
              <a:defRPr sz="1800" b="0">
                <a:solidFill>
                  <a:srgbClr val="A8BAC1"/>
                </a:solidFill>
              </a:defRPr>
            </a:lvl7pPr>
            <a:lvl8pPr>
              <a:defRPr sz="1800" b="0">
                <a:solidFill>
                  <a:srgbClr val="A8BAC1"/>
                </a:solidFill>
              </a:defRPr>
            </a:lvl8pPr>
            <a:lvl9pPr>
              <a:defRPr sz="1800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8BAC1"/>
                </a:solidFill>
              </a:defRPr>
            </a:pPr>
            <a:r>
              <a:rPr sz="1800" b="0">
                <a:solidFill>
                  <a:srgbClr val="A8BAC1"/>
                </a:solidFill>
              </a:rPr>
              <a:t>Land-cover classification with synthetic-noise testing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2A40E-CDDE-4B45-A95E-45EE5161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609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C8F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4FD18-237E-4DD7-A838-4362A58C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7131E"/>
                </a:solidFill>
              </a:defRPr>
            </a:defPPr>
            <a:lvl1pPr>
              <a:defRPr sz="1425" b="1">
                <a:solidFill>
                  <a:srgbClr val="07131E"/>
                </a:solidFill>
              </a:defRPr>
            </a:lvl1pPr>
            <a:lvl2pPr>
              <a:defRPr sz="1425" b="1">
                <a:solidFill>
                  <a:srgbClr val="07131E"/>
                </a:solidFill>
              </a:defRPr>
            </a:lvl2pPr>
            <a:lvl3pPr>
              <a:defRPr sz="1425" b="1">
                <a:solidFill>
                  <a:srgbClr val="07131E"/>
                </a:solidFill>
              </a:defRPr>
            </a:lvl3pPr>
            <a:lvl4pPr>
              <a:defRPr sz="1425" b="1">
                <a:solidFill>
                  <a:srgbClr val="07131E"/>
                </a:solidFill>
              </a:defRPr>
            </a:lvl4pPr>
            <a:lvl5pPr>
              <a:defRPr sz="1425" b="1">
                <a:solidFill>
                  <a:srgbClr val="07131E"/>
                </a:solidFill>
              </a:defRPr>
            </a:lvl5pPr>
            <a:lvl6pPr>
              <a:defRPr sz="1425" b="1">
                <a:solidFill>
                  <a:srgbClr val="07131E"/>
                </a:solidFill>
              </a:defRPr>
            </a:lvl6pPr>
            <a:lvl7pPr>
              <a:defRPr sz="1425" b="1">
                <a:solidFill>
                  <a:srgbClr val="07131E"/>
                </a:solidFill>
              </a:defRPr>
            </a:lvl7pPr>
            <a:lvl8pPr>
              <a:defRPr sz="1425" b="1">
                <a:solidFill>
                  <a:srgbClr val="07131E"/>
                </a:solidFill>
              </a:defRPr>
            </a:lvl8pPr>
            <a:lvl9pPr>
              <a:defRPr sz="1425" b="1">
                <a:solidFill>
                  <a:srgbClr val="07131E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7131E"/>
                </a:solidFill>
              </a:defRPr>
            </a:pPr>
            <a:r>
              <a:rPr sz="1425" b="1">
                <a:solidFill>
                  <a:srgbClr val="07131E"/>
                </a:solidFill>
              </a:rPr>
              <a:t>2,000 EuroSAT tiles  •  10 classes  •  64 × 64 RGB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59BE8-92C1-41A1-88EC-AE0E983D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EF4F5"/>
                </a:solidFill>
              </a:defRPr>
            </a:defPPr>
            <a:lvl1pPr>
              <a:defRPr sz="1350" b="1">
                <a:solidFill>
                  <a:srgbClr val="EEF4F5"/>
                </a:solidFill>
              </a:defRPr>
            </a:lvl1pPr>
            <a:lvl2pPr>
              <a:defRPr sz="1350" b="1">
                <a:solidFill>
                  <a:srgbClr val="EEF4F5"/>
                </a:solidFill>
              </a:defRPr>
            </a:lvl2pPr>
            <a:lvl3pPr>
              <a:defRPr sz="1350" b="1">
                <a:solidFill>
                  <a:srgbClr val="EEF4F5"/>
                </a:solidFill>
              </a:defRPr>
            </a:lvl3pPr>
            <a:lvl4pPr>
              <a:defRPr sz="1350" b="1">
                <a:solidFill>
                  <a:srgbClr val="EEF4F5"/>
                </a:solidFill>
              </a:defRPr>
            </a:lvl4pPr>
            <a:lvl5pPr>
              <a:defRPr sz="1350" b="1">
                <a:solidFill>
                  <a:srgbClr val="EEF4F5"/>
                </a:solidFill>
              </a:defRPr>
            </a:lvl5pPr>
            <a:lvl6pPr>
              <a:defRPr sz="1350" b="1">
                <a:solidFill>
                  <a:srgbClr val="EEF4F5"/>
                </a:solidFill>
              </a:defRPr>
            </a:lvl6pPr>
            <a:lvl7pPr>
              <a:defRPr sz="1350" b="1">
                <a:solidFill>
                  <a:srgbClr val="EEF4F5"/>
                </a:solidFill>
              </a:defRPr>
            </a:lvl7pPr>
            <a:lvl8pPr>
              <a:defRPr sz="1350" b="1">
                <a:solidFill>
                  <a:srgbClr val="EEF4F5"/>
                </a:solidFill>
              </a:defRPr>
            </a:lvl8pPr>
            <a:lvl9pPr>
              <a:defRPr sz="1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EF4F5"/>
                </a:solidFill>
              </a:defRPr>
            </a:pPr>
            <a:r>
              <a:rPr sz="1350" b="1">
                <a:solidFill>
                  <a:srgbClr val="EEF4F5"/>
                </a:solidFill>
              </a:rPr>
              <a:t>UTKRISHTA 2026  |  TRACK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6E751-4AB6-42A5-99CB-278694BF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A8BAC1"/>
                </a:solidFill>
              </a:defRPr>
            </a:defPPr>
            <a:lvl1pPr>
              <a:defRPr sz="1125" b="0">
                <a:solidFill>
                  <a:srgbClr val="A8BAC1"/>
                </a:solidFill>
              </a:defRPr>
            </a:lvl1pPr>
            <a:lvl2pPr>
              <a:defRPr sz="1125" b="0">
                <a:solidFill>
                  <a:srgbClr val="A8BAC1"/>
                </a:solidFill>
              </a:defRPr>
            </a:lvl2pPr>
            <a:lvl3pPr>
              <a:defRPr sz="1125" b="0">
                <a:solidFill>
                  <a:srgbClr val="A8BAC1"/>
                </a:solidFill>
              </a:defRPr>
            </a:lvl3pPr>
            <a:lvl4pPr>
              <a:defRPr sz="1125" b="0">
                <a:solidFill>
                  <a:srgbClr val="A8BAC1"/>
                </a:solidFill>
              </a:defRPr>
            </a:lvl4pPr>
            <a:lvl5pPr>
              <a:defRPr sz="1125" b="0">
                <a:solidFill>
                  <a:srgbClr val="A8BAC1"/>
                </a:solidFill>
              </a:defRPr>
            </a:lvl5pPr>
            <a:lvl6pPr>
              <a:defRPr sz="1125" b="0">
                <a:solidFill>
                  <a:srgbClr val="A8BAC1"/>
                </a:solidFill>
              </a:defRPr>
            </a:lvl6pPr>
            <a:lvl7pPr>
              <a:defRPr sz="1125" b="0">
                <a:solidFill>
                  <a:srgbClr val="A8BAC1"/>
                </a:solidFill>
              </a:defRPr>
            </a:lvl7pPr>
            <a:lvl8pPr>
              <a:defRPr sz="1125" b="0">
                <a:solidFill>
                  <a:srgbClr val="A8BAC1"/>
                </a:solidFill>
              </a:defRPr>
            </a:lvl8pPr>
            <a:lvl9pPr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A research prototype; not a flight-qualified system.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3E644-ECB6-4BB8-A074-7A3C588C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1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D6D11-3303-4014-A906-23CD2989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2887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D2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D35C7-F45D-4302-9AC2-B16D8832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05125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F5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148D1-A949-477B-AE15-877A148B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C8F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B6E65-11D3-4F85-A885-89863FEB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05175"/>
            <a:ext cx="819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7131E"/>
                </a:solidFill>
              </a:defRPr>
            </a:defPPr>
            <a:lvl1pPr algn="ctr">
              <a:defRPr sz="1575" b="1">
                <a:solidFill>
                  <a:srgbClr val="07131E"/>
                </a:solidFill>
              </a:defRPr>
            </a:lvl1pPr>
            <a:lvl2pPr algn="ctr">
              <a:defRPr sz="1575" b="1">
                <a:solidFill>
                  <a:srgbClr val="07131E"/>
                </a:solidFill>
              </a:defRPr>
            </a:lvl2pPr>
            <a:lvl3pPr algn="ctr">
              <a:defRPr sz="1575" b="1">
                <a:solidFill>
                  <a:srgbClr val="07131E"/>
                </a:solidFill>
              </a:defRPr>
            </a:lvl3pPr>
            <a:lvl4pPr algn="ctr">
              <a:defRPr sz="1575" b="1">
                <a:solidFill>
                  <a:srgbClr val="07131E"/>
                </a:solidFill>
              </a:defRPr>
            </a:lvl4pPr>
            <a:lvl5pPr algn="ctr">
              <a:defRPr sz="1575" b="1">
                <a:solidFill>
                  <a:srgbClr val="07131E"/>
                </a:solidFill>
              </a:defRPr>
            </a:lvl5pPr>
            <a:lvl6pPr algn="ctr">
              <a:defRPr sz="1575" b="1">
                <a:solidFill>
                  <a:srgbClr val="07131E"/>
                </a:solidFill>
              </a:defRPr>
            </a:lvl6pPr>
            <a:lvl7pPr algn="ctr">
              <a:defRPr sz="1575" b="1">
                <a:solidFill>
                  <a:srgbClr val="07131E"/>
                </a:solidFill>
              </a:defRPr>
            </a:lvl7pPr>
            <a:lvl8pPr algn="ctr">
              <a:defRPr sz="1575" b="1">
                <a:solidFill>
                  <a:srgbClr val="07131E"/>
                </a:solidFill>
              </a:defRPr>
            </a:lvl8pPr>
            <a:lvl9pPr algn="ctr">
              <a:defRPr sz="1575" b="1">
                <a:solidFill>
                  <a:srgbClr val="07131E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7131E"/>
                </a:solidFill>
              </a:defRPr>
            </a:pPr>
            <a:r>
              <a:rPr sz="1575" b="1">
                <a:solidFill>
                  <a:srgbClr val="07131E"/>
                </a:solidFill>
              </a:rPr>
              <a:t>EDGE</a:t>
            </a:r>
          </a:p>
          <a:p xmlns:a="http://schemas.openxmlformats.org/drawingml/2006/main">
            <a:pPr algn="ctr">
              <a:defRPr sz="1575" b="1">
                <a:solidFill>
                  <a:srgbClr val="07131E"/>
                </a:solidFill>
              </a:defRPr>
            </a:pPr>
            <a:r>
              <a:rPr sz="1575" b="1">
                <a:solidFill>
                  <a:srgbClr val="07131E"/>
                </a:solidFill>
              </a:rPr>
              <a:t>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6EA16-BA10-4920-A0EE-FBD38D75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24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5128E-6B1A-4061-BEDA-9DBDE04C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29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68D2DF"/>
                </a:solidFill>
              </a:defRPr>
            </a:defPPr>
            <a:lvl1pPr algn="ctr">
              <a:defRPr sz="900" b="1">
                <a:solidFill>
                  <a:srgbClr val="68D2DF"/>
                </a:solidFill>
              </a:defRPr>
            </a:lvl1pPr>
            <a:lvl2pPr algn="ctr">
              <a:defRPr sz="900" b="1">
                <a:solidFill>
                  <a:srgbClr val="68D2DF"/>
                </a:solidFill>
              </a:defRPr>
            </a:lvl2pPr>
            <a:lvl3pPr algn="ctr">
              <a:defRPr sz="900" b="1">
                <a:solidFill>
                  <a:srgbClr val="68D2DF"/>
                </a:solidFill>
              </a:defRPr>
            </a:lvl3pPr>
            <a:lvl4pPr algn="ctr">
              <a:defRPr sz="900" b="1">
                <a:solidFill>
                  <a:srgbClr val="68D2DF"/>
                </a:solidFill>
              </a:defRPr>
            </a:lvl4pPr>
            <a:lvl5pPr algn="ctr">
              <a:defRPr sz="900" b="1">
                <a:solidFill>
                  <a:srgbClr val="68D2DF"/>
                </a:solidFill>
              </a:defRPr>
            </a:lvl5pPr>
            <a:lvl6pPr algn="ctr">
              <a:defRPr sz="900" b="1">
                <a:solidFill>
                  <a:srgbClr val="68D2DF"/>
                </a:solidFill>
              </a:defRPr>
            </a:lvl6pPr>
            <a:lvl7pPr algn="ctr">
              <a:defRPr sz="900" b="1">
                <a:solidFill>
                  <a:srgbClr val="68D2DF"/>
                </a:solidFill>
              </a:defRPr>
            </a:lvl7pPr>
            <a:lvl8pPr algn="ctr">
              <a:defRPr sz="900" b="1">
                <a:solidFill>
                  <a:srgbClr val="68D2DF"/>
                </a:solidFill>
              </a:defRPr>
            </a:lvl8pPr>
            <a:lvl9pPr algn="ctr">
              <a:defRPr sz="900" b="1">
                <a:solidFill>
                  <a:srgbClr val="68D2DF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68D2DF"/>
                </a:solidFill>
              </a:defRPr>
            </a:pPr>
            <a:r>
              <a:rPr sz="900" b="1">
                <a:solidFill>
                  <a:srgbClr val="68D2DF"/>
                </a:solidFill>
              </a:rPr>
              <a:t>PERCEIVE  •  ASSESS  •  REPORT</a:t>
            </a:r>
          </a:p>
        </p:txBody>
      </p:sp>
    </p:spTree>
    <p:extLst>
      <p:ext uri="{BB962C8B-B14F-4D97-AF65-F5344CB8AC3E}">
        <p14:creationId xmlns:p14="http://schemas.microsoft.com/office/powerpoint/2010/main" val="494214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34ECB-3DCD-4449-A1CB-DE8BC53D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CEBE5-13E7-4380-AD44-37969A55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A8BAC1"/>
                </a:solidFill>
              </a:defRPr>
            </a:defPPr>
            <a:lvl1pPr>
              <a:defRPr sz="975" b="1">
                <a:solidFill>
                  <a:srgbClr val="A8BAC1"/>
                </a:solidFill>
              </a:defRPr>
            </a:lvl1pPr>
            <a:lvl2pPr>
              <a:defRPr sz="975" b="1">
                <a:solidFill>
                  <a:srgbClr val="A8BAC1"/>
                </a:solidFill>
              </a:defRPr>
            </a:lvl2pPr>
            <a:lvl3pPr>
              <a:defRPr sz="975" b="1">
                <a:solidFill>
                  <a:srgbClr val="A8BAC1"/>
                </a:solidFill>
              </a:defRPr>
            </a:lvl3pPr>
            <a:lvl4pPr>
              <a:defRPr sz="975" b="1">
                <a:solidFill>
                  <a:srgbClr val="A8BAC1"/>
                </a:solidFill>
              </a:defRPr>
            </a:lvl4pPr>
            <a:lvl5pPr>
              <a:defRPr sz="975" b="1">
                <a:solidFill>
                  <a:srgbClr val="A8BAC1"/>
                </a:solidFill>
              </a:defRPr>
            </a:lvl5pPr>
            <a:lvl6pPr>
              <a:defRPr sz="975" b="1">
                <a:solidFill>
                  <a:srgbClr val="A8BAC1"/>
                </a:solidFill>
              </a:defRPr>
            </a:lvl6pPr>
            <a:lvl7pPr>
              <a:defRPr sz="975" b="1">
                <a:solidFill>
                  <a:srgbClr val="A8BAC1"/>
                </a:solidFill>
              </a:defRPr>
            </a:lvl7pPr>
            <a:lvl8pPr>
              <a:defRPr sz="975" b="1">
                <a:solidFill>
                  <a:srgbClr val="A8BAC1"/>
                </a:solidFill>
              </a:defRPr>
            </a:lvl8pPr>
            <a:lvl9pPr>
              <a:defRPr sz="975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8BAC1"/>
                </a:solidFill>
              </a:defRPr>
            </a:pPr>
            <a:r>
              <a:rPr sz="975" b="1">
                <a:solidFill>
                  <a:srgbClr val="A8BAC1"/>
                </a:solidFill>
              </a:rPr>
              <a:t>EDGESAT AI  /  TRACK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03F34-05C6-4A05-AE10-D8D03DE5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8BAC1"/>
                </a:solidFill>
              </a:defRPr>
            </a:defPPr>
            <a:lvl1pPr algn="r">
              <a:defRPr sz="900" b="1">
                <a:solidFill>
                  <a:srgbClr val="A8BAC1"/>
                </a:solidFill>
              </a:defRPr>
            </a:lvl1pPr>
            <a:lvl2pPr algn="r">
              <a:defRPr sz="900" b="1">
                <a:solidFill>
                  <a:srgbClr val="A8BAC1"/>
                </a:solidFill>
              </a:defRPr>
            </a:lvl2pPr>
            <a:lvl3pPr algn="r">
              <a:defRPr sz="900" b="1">
                <a:solidFill>
                  <a:srgbClr val="A8BAC1"/>
                </a:solidFill>
              </a:defRPr>
            </a:lvl3pPr>
            <a:lvl4pPr algn="r">
              <a:defRPr sz="900" b="1">
                <a:solidFill>
                  <a:srgbClr val="A8BAC1"/>
                </a:solidFill>
              </a:defRPr>
            </a:lvl4pPr>
            <a:lvl5pPr algn="r">
              <a:defRPr sz="900" b="1">
                <a:solidFill>
                  <a:srgbClr val="A8BAC1"/>
                </a:solidFill>
              </a:defRPr>
            </a:lvl5pPr>
            <a:lvl6pPr algn="r">
              <a:defRPr sz="900" b="1">
                <a:solidFill>
                  <a:srgbClr val="A8BAC1"/>
                </a:solidFill>
              </a:defRPr>
            </a:lvl6pPr>
            <a:lvl7pPr algn="r">
              <a:defRPr sz="900" b="1">
                <a:solidFill>
                  <a:srgbClr val="A8BAC1"/>
                </a:solidFill>
              </a:defRPr>
            </a:lvl7pPr>
            <a:lvl8pPr algn="r">
              <a:defRPr sz="900" b="1">
                <a:solidFill>
                  <a:srgbClr val="A8BAC1"/>
                </a:solidFill>
              </a:defRPr>
            </a:lvl8pPr>
            <a:lvl9pPr algn="r">
              <a:defRPr sz="900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8BAC1"/>
                </a:solidFill>
              </a:defRPr>
            </a:pPr>
            <a:r>
              <a:rPr sz="900" b="1">
                <a:solidFill>
                  <a:srgbClr val="A8BAC1"/>
                </a:solidFill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AC86B-45FC-4AE3-9588-30FE3431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55EF5-EA12-45B2-BF63-3D68C044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EF4F5"/>
                </a:solidFill>
              </a:defRPr>
            </a:defPPr>
            <a:lvl1pPr>
              <a:defRPr sz="2400" b="1">
                <a:solidFill>
                  <a:srgbClr val="EEF4F5"/>
                </a:solidFill>
              </a:defRPr>
            </a:lvl1pPr>
            <a:lvl2pPr>
              <a:defRPr sz="2400" b="1">
                <a:solidFill>
                  <a:srgbClr val="EEF4F5"/>
                </a:solidFill>
              </a:defRPr>
            </a:lvl2pPr>
            <a:lvl3pPr>
              <a:defRPr sz="2400" b="1">
                <a:solidFill>
                  <a:srgbClr val="EEF4F5"/>
                </a:solidFill>
              </a:defRPr>
            </a:lvl3pPr>
            <a:lvl4pPr>
              <a:defRPr sz="2400" b="1">
                <a:solidFill>
                  <a:srgbClr val="EEF4F5"/>
                </a:solidFill>
              </a:defRPr>
            </a:lvl4pPr>
            <a:lvl5pPr>
              <a:defRPr sz="2400" b="1">
                <a:solidFill>
                  <a:srgbClr val="EEF4F5"/>
                </a:solidFill>
              </a:defRPr>
            </a:lvl5pPr>
            <a:lvl6pPr>
              <a:defRPr sz="2400" b="1">
                <a:solidFill>
                  <a:srgbClr val="EEF4F5"/>
                </a:solidFill>
              </a:defRPr>
            </a:lvl6pPr>
            <a:lvl7pPr>
              <a:defRPr sz="2400" b="1">
                <a:solidFill>
                  <a:srgbClr val="EEF4F5"/>
                </a:solidFill>
              </a:defRPr>
            </a:lvl7pPr>
            <a:lvl8pPr>
              <a:defRPr sz="2400" b="1">
                <a:solidFill>
                  <a:srgbClr val="EEF4F5"/>
                </a:solidFill>
              </a:defRPr>
            </a:lvl8pPr>
            <a:lvl9pPr>
              <a:defRPr sz="240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EF4F5"/>
                </a:solidFill>
              </a:defRPr>
            </a:pPr>
            <a:r>
              <a:rPr sz="2400" b="1">
                <a:solidFill>
                  <a:srgbClr val="EEF4F5"/>
                </a:solidFill>
              </a:rPr>
              <a:t>A tiny classifier can help rank image tiles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1F4A9-FF4A-4CFE-B67B-9F96A7D7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1"/>
                </a:solidFill>
              </a:defRPr>
            </a:defPPr>
            <a:lvl1pPr>
              <a:defRPr sz="1200" b="0">
                <a:solidFill>
                  <a:srgbClr val="A8BAC1"/>
                </a:solidFill>
              </a:defRPr>
            </a:lvl1pPr>
            <a:lvl2pPr>
              <a:defRPr sz="1200" b="0">
                <a:solidFill>
                  <a:srgbClr val="A8BAC1"/>
                </a:solidFill>
              </a:defRPr>
            </a:lvl2pPr>
            <a:lvl3pPr>
              <a:defRPr sz="1200" b="0">
                <a:solidFill>
                  <a:srgbClr val="A8BAC1"/>
                </a:solidFill>
              </a:defRPr>
            </a:lvl3pPr>
            <a:lvl4pPr>
              <a:defRPr sz="1200" b="0">
                <a:solidFill>
                  <a:srgbClr val="A8BAC1"/>
                </a:solidFill>
              </a:defRPr>
            </a:lvl4pPr>
            <a:lvl5pPr>
              <a:defRPr sz="1200" b="0">
                <a:solidFill>
                  <a:srgbClr val="A8BAC1"/>
                </a:solidFill>
              </a:defRPr>
            </a:lvl5pPr>
            <a:lvl6pPr>
              <a:defRPr sz="1200" b="0">
                <a:solidFill>
                  <a:srgbClr val="A8BAC1"/>
                </a:solidFill>
              </a:defRPr>
            </a:lvl6pPr>
            <a:lvl7pPr>
              <a:defRPr sz="1200" b="0">
                <a:solidFill>
                  <a:srgbClr val="A8BAC1"/>
                </a:solidFill>
              </a:defRPr>
            </a:lvl7pPr>
            <a:lvl8pPr>
              <a:defRPr sz="1200" b="0">
                <a:solidFill>
                  <a:srgbClr val="A8BAC1"/>
                </a:solidFill>
              </a:defRPr>
            </a:lvl8pPr>
            <a:lvl9pPr>
              <a:defRPr sz="1200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1"/>
                </a:solidFill>
              </a:defRPr>
            </a:pPr>
            <a:r>
              <a:rPr sz="1200" b="0">
                <a:solidFill>
                  <a:srgbClr val="A8BAC1"/>
                </a:solidFill>
              </a:rPr>
              <a:t>The organizer’s goal is onboard triage under compute and bandwidth limits.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1F3DD-B8D4-4772-878E-3D1DD6F8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F386D-10F2-4D13-BB4F-26A22221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0">
                <a:solidFill>
                  <a:srgbClr val="A8BAC1"/>
                </a:solidFill>
              </a:defRPr>
            </a:defPPr>
            <a:lvl1pPr>
              <a:defRPr sz="750" b="0">
                <a:solidFill>
                  <a:srgbClr val="A8BAC1"/>
                </a:solidFill>
              </a:defRPr>
            </a:lvl1pPr>
            <a:lvl2pPr>
              <a:defRPr sz="750" b="0">
                <a:solidFill>
                  <a:srgbClr val="A8BAC1"/>
                </a:solidFill>
              </a:defRPr>
            </a:lvl2pPr>
            <a:lvl3pPr>
              <a:defRPr sz="750" b="0">
                <a:solidFill>
                  <a:srgbClr val="A8BAC1"/>
                </a:solidFill>
              </a:defRPr>
            </a:lvl3pPr>
            <a:lvl4pPr>
              <a:defRPr sz="750" b="0">
                <a:solidFill>
                  <a:srgbClr val="A8BAC1"/>
                </a:solidFill>
              </a:defRPr>
            </a:lvl4pPr>
            <a:lvl5pPr>
              <a:defRPr sz="750" b="0">
                <a:solidFill>
                  <a:srgbClr val="A8BAC1"/>
                </a:solidFill>
              </a:defRPr>
            </a:lvl5pPr>
            <a:lvl6pPr>
              <a:defRPr sz="750" b="0">
                <a:solidFill>
                  <a:srgbClr val="A8BAC1"/>
                </a:solidFill>
              </a:defRPr>
            </a:lvl6pPr>
            <a:lvl7pPr>
              <a:defRPr sz="750" b="0">
                <a:solidFill>
                  <a:srgbClr val="A8BAC1"/>
                </a:solidFill>
              </a:defRPr>
            </a:lvl7pPr>
            <a:lvl8pPr>
              <a:defRPr sz="750" b="0">
                <a:solidFill>
                  <a:srgbClr val="A8BAC1"/>
                </a:solidFill>
              </a:defRPr>
            </a:lvl8pPr>
            <a:lvl9pPr>
              <a:defRPr sz="750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8BAC1"/>
                </a:solidFill>
              </a:defRPr>
            </a:pPr>
            <a:r>
              <a:rPr sz="750" b="0">
                <a:solidFill>
                  <a:srgbClr val="A8BAC1"/>
                </a:solidFill>
              </a:rPr>
              <a:t>SSG × RESEARCH CLUB HACKATHON  •  EURO-SAT  •  MEASURED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8CD04-8091-4DD5-A7C9-440F9032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A8BAC1"/>
                </a:solidFill>
              </a:defRPr>
            </a:defPPr>
            <a:lvl1pPr algn="r">
              <a:defRPr sz="750" b="1">
                <a:solidFill>
                  <a:srgbClr val="A8BAC1"/>
                </a:solidFill>
              </a:defRPr>
            </a:lvl1pPr>
            <a:lvl2pPr algn="r">
              <a:defRPr sz="750" b="1">
                <a:solidFill>
                  <a:srgbClr val="A8BAC1"/>
                </a:solidFill>
              </a:defRPr>
            </a:lvl2pPr>
            <a:lvl3pPr algn="r">
              <a:defRPr sz="750" b="1">
                <a:solidFill>
                  <a:srgbClr val="A8BAC1"/>
                </a:solidFill>
              </a:defRPr>
            </a:lvl3pPr>
            <a:lvl4pPr algn="r">
              <a:defRPr sz="750" b="1">
                <a:solidFill>
                  <a:srgbClr val="A8BAC1"/>
                </a:solidFill>
              </a:defRPr>
            </a:lvl4pPr>
            <a:lvl5pPr algn="r">
              <a:defRPr sz="750" b="1">
                <a:solidFill>
                  <a:srgbClr val="A8BAC1"/>
                </a:solidFill>
              </a:defRPr>
            </a:lvl5pPr>
            <a:lvl6pPr algn="r">
              <a:defRPr sz="750" b="1">
                <a:solidFill>
                  <a:srgbClr val="A8BAC1"/>
                </a:solidFill>
              </a:defRPr>
            </a:lvl6pPr>
            <a:lvl7pPr algn="r">
              <a:defRPr sz="750" b="1">
                <a:solidFill>
                  <a:srgbClr val="A8BAC1"/>
                </a:solidFill>
              </a:defRPr>
            </a:lvl7pPr>
            <a:lvl8pPr algn="r">
              <a:defRPr sz="750" b="1">
                <a:solidFill>
                  <a:srgbClr val="A8BAC1"/>
                </a:solidFill>
              </a:defRPr>
            </a:lvl8pPr>
            <a:lvl9pPr algn="r">
              <a:defRPr sz="750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A8BAC1"/>
                </a:solidFill>
              </a:defRPr>
            </a:pPr>
            <a:r>
              <a:rPr sz="750" b="1">
                <a:solidFill>
                  <a:srgbClr val="A8BAC1"/>
                </a:solidFill>
              </a:rPr>
              <a:t>02 /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2DF2B-6C6E-412B-826F-8C1BEA06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02330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A8707-0097-4595-92E6-4CBCEE5E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D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4D6BA-3E90-46AD-AFCF-DFA40AC3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EF4F5"/>
                </a:solidFill>
              </a:defRPr>
            </a:defPPr>
            <a:lvl1pPr>
              <a:defRPr sz="1350" b="1">
                <a:solidFill>
                  <a:srgbClr val="EEF4F5"/>
                </a:solidFill>
              </a:defRPr>
            </a:lvl1pPr>
            <a:lvl2pPr>
              <a:defRPr sz="1350" b="1">
                <a:solidFill>
                  <a:srgbClr val="EEF4F5"/>
                </a:solidFill>
              </a:defRPr>
            </a:lvl2pPr>
            <a:lvl3pPr>
              <a:defRPr sz="1350" b="1">
                <a:solidFill>
                  <a:srgbClr val="EEF4F5"/>
                </a:solidFill>
              </a:defRPr>
            </a:lvl3pPr>
            <a:lvl4pPr>
              <a:defRPr sz="1350" b="1">
                <a:solidFill>
                  <a:srgbClr val="EEF4F5"/>
                </a:solidFill>
              </a:defRPr>
            </a:lvl4pPr>
            <a:lvl5pPr>
              <a:defRPr sz="1350" b="1">
                <a:solidFill>
                  <a:srgbClr val="EEF4F5"/>
                </a:solidFill>
              </a:defRPr>
            </a:lvl5pPr>
            <a:lvl6pPr>
              <a:defRPr sz="1350" b="1">
                <a:solidFill>
                  <a:srgbClr val="EEF4F5"/>
                </a:solidFill>
              </a:defRPr>
            </a:lvl6pPr>
            <a:lvl7pPr>
              <a:defRPr sz="1350" b="1">
                <a:solidFill>
                  <a:srgbClr val="EEF4F5"/>
                </a:solidFill>
              </a:defRPr>
            </a:lvl7pPr>
            <a:lvl8pPr>
              <a:defRPr sz="1350" b="1">
                <a:solidFill>
                  <a:srgbClr val="EEF4F5"/>
                </a:solidFill>
              </a:defRPr>
            </a:lvl8pPr>
            <a:lvl9pPr>
              <a:defRPr sz="1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EF4F5"/>
                </a:solidFill>
              </a:defRPr>
            </a:pPr>
            <a:r>
              <a:rPr sz="1350" b="1">
                <a:solidFill>
                  <a:srgbClr val="EEF4F5"/>
                </a:solidFill>
              </a:rPr>
              <a:t>Challenge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30284-B713-4FCE-A67B-45F601C0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971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1"/>
                </a:solidFill>
              </a:defRPr>
            </a:defPPr>
            <a:lvl1pPr>
              <a:defRPr sz="1125" b="0">
                <a:solidFill>
                  <a:srgbClr val="A8BAC1"/>
                </a:solidFill>
              </a:defRPr>
            </a:lvl1pPr>
            <a:lvl2pPr>
              <a:defRPr sz="1125" b="0">
                <a:solidFill>
                  <a:srgbClr val="A8BAC1"/>
                </a:solidFill>
              </a:defRPr>
            </a:lvl2pPr>
            <a:lvl3pPr>
              <a:defRPr sz="1125" b="0">
                <a:solidFill>
                  <a:srgbClr val="A8BAC1"/>
                </a:solidFill>
              </a:defRPr>
            </a:lvl3pPr>
            <a:lvl4pPr>
              <a:defRPr sz="1125" b="0">
                <a:solidFill>
                  <a:srgbClr val="A8BAC1"/>
                </a:solidFill>
              </a:defRPr>
            </a:lvl4pPr>
            <a:lvl5pPr>
              <a:defRPr sz="1125" b="0">
                <a:solidFill>
                  <a:srgbClr val="A8BAC1"/>
                </a:solidFill>
              </a:defRPr>
            </a:lvl5pPr>
            <a:lvl6pPr>
              <a:defRPr sz="1125" b="0">
                <a:solidFill>
                  <a:srgbClr val="A8BAC1"/>
                </a:solidFill>
              </a:defRPr>
            </a:lvl6pPr>
            <a:lvl7pPr>
              <a:defRPr sz="1125" b="0">
                <a:solidFill>
                  <a:srgbClr val="A8BAC1"/>
                </a:solidFill>
              </a:defRPr>
            </a:lvl7pPr>
            <a:lvl8pPr>
              <a:defRPr sz="1125" b="0">
                <a:solidFill>
                  <a:srgbClr val="A8BAC1"/>
                </a:solidFill>
              </a:defRPr>
            </a:lvl8pPr>
            <a:lvl9pPr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Limited downlink capacity makes it useful to identify what each image tile contains and whether its pixels look corrupted.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EA379-5FF9-43FF-A8BC-62893C6B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02330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F6568-A5BC-4DB1-8B42-A9B59939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4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271DE-C983-4DF5-AA6B-FAC3C850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288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EF4F5"/>
                </a:solidFill>
              </a:defRPr>
            </a:defPPr>
            <a:lvl1pPr>
              <a:defRPr sz="1350" b="1">
                <a:solidFill>
                  <a:srgbClr val="EEF4F5"/>
                </a:solidFill>
              </a:defRPr>
            </a:lvl1pPr>
            <a:lvl2pPr>
              <a:defRPr sz="1350" b="1">
                <a:solidFill>
                  <a:srgbClr val="EEF4F5"/>
                </a:solidFill>
              </a:defRPr>
            </a:lvl2pPr>
            <a:lvl3pPr>
              <a:defRPr sz="1350" b="1">
                <a:solidFill>
                  <a:srgbClr val="EEF4F5"/>
                </a:solidFill>
              </a:defRPr>
            </a:lvl3pPr>
            <a:lvl4pPr>
              <a:defRPr sz="1350" b="1">
                <a:solidFill>
                  <a:srgbClr val="EEF4F5"/>
                </a:solidFill>
              </a:defRPr>
            </a:lvl4pPr>
            <a:lvl5pPr>
              <a:defRPr sz="1350" b="1">
                <a:solidFill>
                  <a:srgbClr val="EEF4F5"/>
                </a:solidFill>
              </a:defRPr>
            </a:lvl5pPr>
            <a:lvl6pPr>
              <a:defRPr sz="1350" b="1">
                <a:solidFill>
                  <a:srgbClr val="EEF4F5"/>
                </a:solidFill>
              </a:defRPr>
            </a:lvl6pPr>
            <a:lvl7pPr>
              <a:defRPr sz="1350" b="1">
                <a:solidFill>
                  <a:srgbClr val="EEF4F5"/>
                </a:solidFill>
              </a:defRPr>
            </a:lvl7pPr>
            <a:lvl8pPr>
              <a:defRPr sz="1350" b="1">
                <a:solidFill>
                  <a:srgbClr val="EEF4F5"/>
                </a:solidFill>
              </a:defRPr>
            </a:lvl8pPr>
            <a:lvl9pPr>
              <a:defRPr sz="1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EF4F5"/>
                </a:solidFill>
              </a:defRPr>
            </a:pPr>
            <a:r>
              <a:rPr sz="1350" b="1">
                <a:solidFill>
                  <a:srgbClr val="EEF4F5"/>
                </a:solidFill>
              </a:rPr>
              <a:t>Prototype output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38E3D-00BA-4D55-9CA0-A07D36E3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62225"/>
            <a:ext cx="2971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1"/>
                </a:solidFill>
              </a:defRPr>
            </a:defPPr>
            <a:lvl1pPr>
              <a:defRPr sz="1125" b="0">
                <a:solidFill>
                  <a:srgbClr val="A8BAC1"/>
                </a:solidFill>
              </a:defRPr>
            </a:lvl1pPr>
            <a:lvl2pPr>
              <a:defRPr sz="1125" b="0">
                <a:solidFill>
                  <a:srgbClr val="A8BAC1"/>
                </a:solidFill>
              </a:defRPr>
            </a:lvl2pPr>
            <a:lvl3pPr>
              <a:defRPr sz="1125" b="0">
                <a:solidFill>
                  <a:srgbClr val="A8BAC1"/>
                </a:solidFill>
              </a:defRPr>
            </a:lvl3pPr>
            <a:lvl4pPr>
              <a:defRPr sz="1125" b="0">
                <a:solidFill>
                  <a:srgbClr val="A8BAC1"/>
                </a:solidFill>
              </a:defRPr>
            </a:lvl4pPr>
            <a:lvl5pPr>
              <a:defRPr sz="1125" b="0">
                <a:solidFill>
                  <a:srgbClr val="A8BAC1"/>
                </a:solidFill>
              </a:defRPr>
            </a:lvl5pPr>
            <a:lvl6pPr>
              <a:defRPr sz="1125" b="0">
                <a:solidFill>
                  <a:srgbClr val="A8BAC1"/>
                </a:solidFill>
              </a:defRPr>
            </a:lvl6pPr>
            <a:lvl7pPr>
              <a:defRPr sz="1125" b="0">
                <a:solidFill>
                  <a:srgbClr val="A8BAC1"/>
                </a:solidFill>
              </a:defRPr>
            </a:lvl7pPr>
            <a:lvl8pPr>
              <a:defRPr sz="1125" b="0">
                <a:solidFill>
                  <a:srgbClr val="A8BAC1"/>
                </a:solidFill>
              </a:defRPr>
            </a:lvl8pPr>
            <a:lvl9pPr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Predict one of 10 EuroSAT land-cover classes: crop, forest, vegetation, road, industrial, pasture, crop-permanent, residential, river, or sea/lake.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6C47F-9DC9-4416-BC02-F4D3A9CC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02330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528E7-A870-4B47-86F9-334B4922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47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B073B-886A-46F0-8C1C-3AF54962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EF4F5"/>
                </a:solidFill>
              </a:defRPr>
            </a:defPPr>
            <a:lvl1pPr>
              <a:defRPr sz="1350" b="1">
                <a:solidFill>
                  <a:srgbClr val="EEF4F5"/>
                </a:solidFill>
              </a:defRPr>
            </a:lvl1pPr>
            <a:lvl2pPr>
              <a:defRPr sz="1350" b="1">
                <a:solidFill>
                  <a:srgbClr val="EEF4F5"/>
                </a:solidFill>
              </a:defRPr>
            </a:lvl2pPr>
            <a:lvl3pPr>
              <a:defRPr sz="1350" b="1">
                <a:solidFill>
                  <a:srgbClr val="EEF4F5"/>
                </a:solidFill>
              </a:defRPr>
            </a:lvl3pPr>
            <a:lvl4pPr>
              <a:defRPr sz="1350" b="1">
                <a:solidFill>
                  <a:srgbClr val="EEF4F5"/>
                </a:solidFill>
              </a:defRPr>
            </a:lvl4pPr>
            <a:lvl5pPr>
              <a:defRPr sz="1350" b="1">
                <a:solidFill>
                  <a:srgbClr val="EEF4F5"/>
                </a:solidFill>
              </a:defRPr>
            </a:lvl5pPr>
            <a:lvl6pPr>
              <a:defRPr sz="1350" b="1">
                <a:solidFill>
                  <a:srgbClr val="EEF4F5"/>
                </a:solidFill>
              </a:defRPr>
            </a:lvl6pPr>
            <a:lvl7pPr>
              <a:defRPr sz="1350" b="1">
                <a:solidFill>
                  <a:srgbClr val="EEF4F5"/>
                </a:solidFill>
              </a:defRPr>
            </a:lvl7pPr>
            <a:lvl8pPr>
              <a:defRPr sz="1350" b="1">
                <a:solidFill>
                  <a:srgbClr val="EEF4F5"/>
                </a:solidFill>
              </a:defRPr>
            </a:lvl8pPr>
            <a:lvl9pPr>
              <a:defRPr sz="1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EF4F5"/>
                </a:solidFill>
              </a:defRPr>
            </a:pPr>
            <a:r>
              <a:rPr sz="1350" b="1">
                <a:solidFill>
                  <a:srgbClr val="EEF4F5"/>
                </a:solidFill>
              </a:rPr>
              <a:t>Prototype output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858630-68E5-46BF-ACC1-5FE2AC6B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62225"/>
            <a:ext cx="2971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1"/>
                </a:solidFill>
              </a:defRPr>
            </a:defPPr>
            <a:lvl1pPr>
              <a:defRPr sz="1125" b="0">
                <a:solidFill>
                  <a:srgbClr val="A8BAC1"/>
                </a:solidFill>
              </a:defRPr>
            </a:lvl1pPr>
            <a:lvl2pPr>
              <a:defRPr sz="1125" b="0">
                <a:solidFill>
                  <a:srgbClr val="A8BAC1"/>
                </a:solidFill>
              </a:defRPr>
            </a:lvl2pPr>
            <a:lvl3pPr>
              <a:defRPr sz="1125" b="0">
                <a:solidFill>
                  <a:srgbClr val="A8BAC1"/>
                </a:solidFill>
              </a:defRPr>
            </a:lvl3pPr>
            <a:lvl4pPr>
              <a:defRPr sz="1125" b="0">
                <a:solidFill>
                  <a:srgbClr val="A8BAC1"/>
                </a:solidFill>
              </a:defRPr>
            </a:lvl4pPr>
            <a:lvl5pPr>
              <a:defRPr sz="1125" b="0">
                <a:solidFill>
                  <a:srgbClr val="A8BAC1"/>
                </a:solidFill>
              </a:defRPr>
            </a:lvl5pPr>
            <a:lvl6pPr>
              <a:defRPr sz="1125" b="0">
                <a:solidFill>
                  <a:srgbClr val="A8BAC1"/>
                </a:solidFill>
              </a:defRPr>
            </a:lvl6pPr>
            <a:lvl7pPr>
              <a:defRPr sz="1125" b="0">
                <a:solidFill>
                  <a:srgbClr val="A8BAC1"/>
                </a:solidFill>
              </a:defRPr>
            </a:lvl7pPr>
            <a:lvl8pPr>
              <a:defRPr sz="1125" b="0">
                <a:solidFill>
                  <a:srgbClr val="A8BAC1"/>
                </a:solidFill>
              </a:defRPr>
            </a:lvl8pPr>
            <a:lvl9pPr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Estimate clean vs synthetic corruption. JSON also reports uncalibrated softmax entropy as an ambiguity score; neither output detects clouds.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57AE8-B9B2-4E66-9F07-716603A2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C8F55C"/>
                </a:solidFill>
              </a:defRPr>
            </a:defPPr>
            <a:lvl1pPr>
              <a:defRPr sz="900" b="1">
                <a:solidFill>
                  <a:srgbClr val="C8F55C"/>
                </a:solidFill>
              </a:defRPr>
            </a:lvl1pPr>
            <a:lvl2pPr>
              <a:defRPr sz="900" b="1">
                <a:solidFill>
                  <a:srgbClr val="C8F55C"/>
                </a:solidFill>
              </a:defRPr>
            </a:lvl2pPr>
            <a:lvl3pPr>
              <a:defRPr sz="900" b="1">
                <a:solidFill>
                  <a:srgbClr val="C8F55C"/>
                </a:solidFill>
              </a:defRPr>
            </a:lvl3pPr>
            <a:lvl4pPr>
              <a:defRPr sz="900" b="1">
                <a:solidFill>
                  <a:srgbClr val="C8F55C"/>
                </a:solidFill>
              </a:defRPr>
            </a:lvl4pPr>
            <a:lvl5pPr>
              <a:defRPr sz="900" b="1">
                <a:solidFill>
                  <a:srgbClr val="C8F55C"/>
                </a:solidFill>
              </a:defRPr>
            </a:lvl5pPr>
            <a:lvl6pPr>
              <a:defRPr sz="900" b="1">
                <a:solidFill>
                  <a:srgbClr val="C8F55C"/>
                </a:solidFill>
              </a:defRPr>
            </a:lvl6pPr>
            <a:lvl7pPr>
              <a:defRPr sz="900" b="1">
                <a:solidFill>
                  <a:srgbClr val="C8F55C"/>
                </a:solidFill>
              </a:defRPr>
            </a:lvl7pPr>
            <a:lvl8pPr>
              <a:defRPr sz="900" b="1">
                <a:solidFill>
                  <a:srgbClr val="C8F55C"/>
                </a:solidFill>
              </a:defRPr>
            </a:lvl8pPr>
            <a:lvl9pPr>
              <a:defRPr sz="900" b="1">
                <a:solidFill>
                  <a:srgbClr val="C8F55C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8F55C"/>
                </a:solidFill>
              </a:defRPr>
            </a:pPr>
            <a:r>
              <a:rPr sz="900" b="1">
                <a:solidFill>
                  <a:srgbClr val="C8F55C"/>
                </a:solidFill>
              </a:rPr>
              <a:t>CURRENT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23DAD-5CA1-4D02-8AFE-06C3A90B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EEF4F5"/>
                </a:solidFill>
              </a:defRPr>
            </a:defPPr>
            <a:lvl1pPr>
              <a:defRPr sz="1500" b="0">
                <a:solidFill>
                  <a:srgbClr val="EEF4F5"/>
                </a:solidFill>
              </a:defRPr>
            </a:lvl1pPr>
            <a:lvl2pPr>
              <a:defRPr sz="1500" b="0">
                <a:solidFill>
                  <a:srgbClr val="EEF4F5"/>
                </a:solidFill>
              </a:defRPr>
            </a:lvl2pPr>
            <a:lvl3pPr>
              <a:defRPr sz="1500" b="0">
                <a:solidFill>
                  <a:srgbClr val="EEF4F5"/>
                </a:solidFill>
              </a:defRPr>
            </a:lvl3pPr>
            <a:lvl4pPr>
              <a:defRPr sz="1500" b="0">
                <a:solidFill>
                  <a:srgbClr val="EEF4F5"/>
                </a:solidFill>
              </a:defRPr>
            </a:lvl4pPr>
            <a:lvl5pPr>
              <a:defRPr sz="1500" b="0">
                <a:solidFill>
                  <a:srgbClr val="EEF4F5"/>
                </a:solidFill>
              </a:defRPr>
            </a:lvl5pPr>
            <a:lvl6pPr>
              <a:defRPr sz="1500" b="0">
                <a:solidFill>
                  <a:srgbClr val="EEF4F5"/>
                </a:solidFill>
              </a:defRPr>
            </a:lvl6pPr>
            <a:lvl7pPr>
              <a:defRPr sz="1500" b="0">
                <a:solidFill>
                  <a:srgbClr val="EEF4F5"/>
                </a:solidFill>
              </a:defRPr>
            </a:lvl7pPr>
            <a:lvl8pPr>
              <a:defRPr sz="1500" b="0">
                <a:solidFill>
                  <a:srgbClr val="EEF4F5"/>
                </a:solidFill>
              </a:defRPr>
            </a:lvl8pPr>
            <a:lvl9pPr>
              <a:defRPr sz="1500" b="0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EEF4F5"/>
                </a:solidFill>
              </a:defRPr>
            </a:pPr>
            <a:r>
              <a:rPr sz="1500" b="0">
                <a:solidFill>
                  <a:srgbClr val="EEF4F5"/>
                </a:solidFill>
              </a:rPr>
              <a:t>The 400 held-out test tiles represent a fixed benchmark split. The model produces predictions; a separate policy would decide whether to transmit, defer, or review a tile.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2400E7-4FFB-45CA-AC09-01A61FC7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109061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42B38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4ECA2B-555B-42DA-ACF9-416BDBF5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C8F55C"/>
                </a:solidFill>
              </a:defRPr>
            </a:defPPr>
            <a:lvl1pPr>
              <a:defRPr sz="1050" b="1">
                <a:solidFill>
                  <a:srgbClr val="C8F55C"/>
                </a:solidFill>
              </a:defRPr>
            </a:lvl1pPr>
            <a:lvl2pPr>
              <a:defRPr sz="1050" b="1">
                <a:solidFill>
                  <a:srgbClr val="C8F55C"/>
                </a:solidFill>
              </a:defRPr>
            </a:lvl2pPr>
            <a:lvl3pPr>
              <a:defRPr sz="1050" b="1">
                <a:solidFill>
                  <a:srgbClr val="C8F55C"/>
                </a:solidFill>
              </a:defRPr>
            </a:lvl3pPr>
            <a:lvl4pPr>
              <a:defRPr sz="1050" b="1">
                <a:solidFill>
                  <a:srgbClr val="C8F55C"/>
                </a:solidFill>
              </a:defRPr>
            </a:lvl4pPr>
            <a:lvl5pPr>
              <a:defRPr sz="1050" b="1">
                <a:solidFill>
                  <a:srgbClr val="C8F55C"/>
                </a:solidFill>
              </a:defRPr>
            </a:lvl5pPr>
            <a:lvl6pPr>
              <a:defRPr sz="1050" b="1">
                <a:solidFill>
                  <a:srgbClr val="C8F55C"/>
                </a:solidFill>
              </a:defRPr>
            </a:lvl6pPr>
            <a:lvl7pPr>
              <a:defRPr sz="1050" b="1">
                <a:solidFill>
                  <a:srgbClr val="C8F55C"/>
                </a:solidFill>
              </a:defRPr>
            </a:lvl7pPr>
            <a:lvl8pPr>
              <a:defRPr sz="1050" b="1">
                <a:solidFill>
                  <a:srgbClr val="C8F55C"/>
                </a:solidFill>
              </a:defRPr>
            </a:lvl8pPr>
            <a:lvl9pPr>
              <a:defRPr sz="1050" b="1">
                <a:solidFill>
                  <a:srgbClr val="C8F55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8F55C"/>
                </a:solidFill>
              </a:defRPr>
            </a:pPr>
            <a:r>
              <a:rPr sz="1050" b="1">
                <a:solidFill>
                  <a:srgbClr val="C8F55C"/>
                </a:solidFill>
              </a:rPr>
              <a:t>Scope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F96827-5671-4441-BD4A-8FDBFED4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871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EEF4F5"/>
                </a:solidFill>
              </a:defRPr>
            </a:defPPr>
            <a:lvl1pPr>
              <a:defRPr sz="1200" b="0">
                <a:solidFill>
                  <a:srgbClr val="EEF4F5"/>
                </a:solidFill>
              </a:defRPr>
            </a:lvl1pPr>
            <a:lvl2pPr>
              <a:defRPr sz="1200" b="0">
                <a:solidFill>
                  <a:srgbClr val="EEF4F5"/>
                </a:solidFill>
              </a:defRPr>
            </a:lvl2pPr>
            <a:lvl3pPr>
              <a:defRPr sz="1200" b="0">
                <a:solidFill>
                  <a:srgbClr val="EEF4F5"/>
                </a:solidFill>
              </a:defRPr>
            </a:lvl3pPr>
            <a:lvl4pPr>
              <a:defRPr sz="1200" b="0">
                <a:solidFill>
                  <a:srgbClr val="EEF4F5"/>
                </a:solidFill>
              </a:defRPr>
            </a:lvl4pPr>
            <a:lvl5pPr>
              <a:defRPr sz="1200" b="0">
                <a:solidFill>
                  <a:srgbClr val="EEF4F5"/>
                </a:solidFill>
              </a:defRPr>
            </a:lvl5pPr>
            <a:lvl6pPr>
              <a:defRPr sz="1200" b="0">
                <a:solidFill>
                  <a:srgbClr val="EEF4F5"/>
                </a:solidFill>
              </a:defRPr>
            </a:lvl6pPr>
            <a:lvl7pPr>
              <a:defRPr sz="1200" b="0">
                <a:solidFill>
                  <a:srgbClr val="EEF4F5"/>
                </a:solidFill>
              </a:defRPr>
            </a:lvl7pPr>
            <a:lvl8pPr>
              <a:defRPr sz="1200" b="0">
                <a:solidFill>
                  <a:srgbClr val="EEF4F5"/>
                </a:solidFill>
              </a:defRPr>
            </a:lvl8pPr>
            <a:lvl9pPr>
              <a:defRPr sz="1200" b="0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EEF4F5"/>
                </a:solidFill>
              </a:defRPr>
            </a:pPr>
            <a:r>
              <a:rPr sz="1200" b="0">
                <a:solidFill>
                  <a:srgbClr val="EEF4F5"/>
                </a:solidFill>
              </a:rPr>
              <a:t>EuroSAT has land-cover labels, not cloud labels. Cloud detection requires a cloud-labelled dataset such as the organizer’s proposed CloudSEN12 subset.</a:t>
            </a:r>
          </a:p>
        </p:txBody>
      </p:sp>
    </p:spTree>
    <p:extLst>
      <p:ext uri="{BB962C8B-B14F-4D97-AF65-F5344CB8AC3E}">
        <p14:creationId xmlns:p14="http://schemas.microsoft.com/office/powerpoint/2010/main" val="1528053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AE0F20-AE2C-4E5A-A9A6-8674A59A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772A4-98DE-4091-A0AE-277934AF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A8BAC1"/>
                </a:solidFill>
              </a:defRPr>
            </a:defPPr>
            <a:lvl1pPr>
              <a:defRPr sz="975" b="1">
                <a:solidFill>
                  <a:srgbClr val="A8BAC1"/>
                </a:solidFill>
              </a:defRPr>
            </a:lvl1pPr>
            <a:lvl2pPr>
              <a:defRPr sz="975" b="1">
                <a:solidFill>
                  <a:srgbClr val="A8BAC1"/>
                </a:solidFill>
              </a:defRPr>
            </a:lvl2pPr>
            <a:lvl3pPr>
              <a:defRPr sz="975" b="1">
                <a:solidFill>
                  <a:srgbClr val="A8BAC1"/>
                </a:solidFill>
              </a:defRPr>
            </a:lvl3pPr>
            <a:lvl4pPr>
              <a:defRPr sz="975" b="1">
                <a:solidFill>
                  <a:srgbClr val="A8BAC1"/>
                </a:solidFill>
              </a:defRPr>
            </a:lvl4pPr>
            <a:lvl5pPr>
              <a:defRPr sz="975" b="1">
                <a:solidFill>
                  <a:srgbClr val="A8BAC1"/>
                </a:solidFill>
              </a:defRPr>
            </a:lvl5pPr>
            <a:lvl6pPr>
              <a:defRPr sz="975" b="1">
                <a:solidFill>
                  <a:srgbClr val="A8BAC1"/>
                </a:solidFill>
              </a:defRPr>
            </a:lvl6pPr>
            <a:lvl7pPr>
              <a:defRPr sz="975" b="1">
                <a:solidFill>
                  <a:srgbClr val="A8BAC1"/>
                </a:solidFill>
              </a:defRPr>
            </a:lvl7pPr>
            <a:lvl8pPr>
              <a:defRPr sz="975" b="1">
                <a:solidFill>
                  <a:srgbClr val="A8BAC1"/>
                </a:solidFill>
              </a:defRPr>
            </a:lvl8pPr>
            <a:lvl9pPr>
              <a:defRPr sz="975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8BAC1"/>
                </a:solidFill>
              </a:defRPr>
            </a:pPr>
            <a:r>
              <a:rPr sz="975" b="1">
                <a:solidFill>
                  <a:srgbClr val="A8BAC1"/>
                </a:solidFill>
              </a:rPr>
              <a:t>EDGESAT AI  /  TRACK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69F6C-7483-43DB-94DC-088C4866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8BAC1"/>
                </a:solidFill>
              </a:defRPr>
            </a:defPPr>
            <a:lvl1pPr algn="r">
              <a:defRPr sz="900" b="1">
                <a:solidFill>
                  <a:srgbClr val="A8BAC1"/>
                </a:solidFill>
              </a:defRPr>
            </a:lvl1pPr>
            <a:lvl2pPr algn="r">
              <a:defRPr sz="900" b="1">
                <a:solidFill>
                  <a:srgbClr val="A8BAC1"/>
                </a:solidFill>
              </a:defRPr>
            </a:lvl2pPr>
            <a:lvl3pPr algn="r">
              <a:defRPr sz="900" b="1">
                <a:solidFill>
                  <a:srgbClr val="A8BAC1"/>
                </a:solidFill>
              </a:defRPr>
            </a:lvl3pPr>
            <a:lvl4pPr algn="r">
              <a:defRPr sz="900" b="1">
                <a:solidFill>
                  <a:srgbClr val="A8BAC1"/>
                </a:solidFill>
              </a:defRPr>
            </a:lvl4pPr>
            <a:lvl5pPr algn="r">
              <a:defRPr sz="900" b="1">
                <a:solidFill>
                  <a:srgbClr val="A8BAC1"/>
                </a:solidFill>
              </a:defRPr>
            </a:lvl5pPr>
            <a:lvl6pPr algn="r">
              <a:defRPr sz="900" b="1">
                <a:solidFill>
                  <a:srgbClr val="A8BAC1"/>
                </a:solidFill>
              </a:defRPr>
            </a:lvl6pPr>
            <a:lvl7pPr algn="r">
              <a:defRPr sz="900" b="1">
                <a:solidFill>
                  <a:srgbClr val="A8BAC1"/>
                </a:solidFill>
              </a:defRPr>
            </a:lvl7pPr>
            <a:lvl8pPr algn="r">
              <a:defRPr sz="900" b="1">
                <a:solidFill>
                  <a:srgbClr val="A8BAC1"/>
                </a:solidFill>
              </a:defRPr>
            </a:lvl8pPr>
            <a:lvl9pPr algn="r">
              <a:defRPr sz="900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8BAC1"/>
                </a:solidFill>
              </a:defRPr>
            </a:pPr>
            <a:r>
              <a:rPr sz="900" b="1">
                <a:solidFill>
                  <a:srgbClr val="A8BAC1"/>
                </a:solidFill>
              </a:rP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78356-E6C6-4DAC-95DC-3B8C3D82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C1C1F-639E-4485-B96C-4C69A6B2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EF4F5"/>
                </a:solidFill>
              </a:defRPr>
            </a:defPPr>
            <a:lvl1pPr>
              <a:defRPr sz="2400" b="1">
                <a:solidFill>
                  <a:srgbClr val="EEF4F5"/>
                </a:solidFill>
              </a:defRPr>
            </a:lvl1pPr>
            <a:lvl2pPr>
              <a:defRPr sz="2400" b="1">
                <a:solidFill>
                  <a:srgbClr val="EEF4F5"/>
                </a:solidFill>
              </a:defRPr>
            </a:lvl2pPr>
            <a:lvl3pPr>
              <a:defRPr sz="2400" b="1">
                <a:solidFill>
                  <a:srgbClr val="EEF4F5"/>
                </a:solidFill>
              </a:defRPr>
            </a:lvl3pPr>
            <a:lvl4pPr>
              <a:defRPr sz="2400" b="1">
                <a:solidFill>
                  <a:srgbClr val="EEF4F5"/>
                </a:solidFill>
              </a:defRPr>
            </a:lvl4pPr>
            <a:lvl5pPr>
              <a:defRPr sz="2400" b="1">
                <a:solidFill>
                  <a:srgbClr val="EEF4F5"/>
                </a:solidFill>
              </a:defRPr>
            </a:lvl5pPr>
            <a:lvl6pPr>
              <a:defRPr sz="2400" b="1">
                <a:solidFill>
                  <a:srgbClr val="EEF4F5"/>
                </a:solidFill>
              </a:defRPr>
            </a:lvl6pPr>
            <a:lvl7pPr>
              <a:defRPr sz="2400" b="1">
                <a:solidFill>
                  <a:srgbClr val="EEF4F5"/>
                </a:solidFill>
              </a:defRPr>
            </a:lvl7pPr>
            <a:lvl8pPr>
              <a:defRPr sz="2400" b="1">
                <a:solidFill>
                  <a:srgbClr val="EEF4F5"/>
                </a:solidFill>
              </a:defRPr>
            </a:lvl8pPr>
            <a:lvl9pPr>
              <a:defRPr sz="240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EF4F5"/>
                </a:solidFill>
              </a:defRPr>
            </a:pPr>
            <a:r>
              <a:rPr sz="2400" b="1">
                <a:solidFill>
                  <a:srgbClr val="EEF4F5"/>
                </a:solidFill>
              </a:rPr>
              <a:t>One RGB tile, two prediction heads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8D9B4-2C24-483C-A352-C329E733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1"/>
                </a:solidFill>
              </a:defRPr>
            </a:defPPr>
            <a:lvl1pPr>
              <a:defRPr sz="1200" b="0">
                <a:solidFill>
                  <a:srgbClr val="A8BAC1"/>
                </a:solidFill>
              </a:defRPr>
            </a:lvl1pPr>
            <a:lvl2pPr>
              <a:defRPr sz="1200" b="0">
                <a:solidFill>
                  <a:srgbClr val="A8BAC1"/>
                </a:solidFill>
              </a:defRPr>
            </a:lvl2pPr>
            <a:lvl3pPr>
              <a:defRPr sz="1200" b="0">
                <a:solidFill>
                  <a:srgbClr val="A8BAC1"/>
                </a:solidFill>
              </a:defRPr>
            </a:lvl3pPr>
            <a:lvl4pPr>
              <a:defRPr sz="1200" b="0">
                <a:solidFill>
                  <a:srgbClr val="A8BAC1"/>
                </a:solidFill>
              </a:defRPr>
            </a:lvl4pPr>
            <a:lvl5pPr>
              <a:defRPr sz="1200" b="0">
                <a:solidFill>
                  <a:srgbClr val="A8BAC1"/>
                </a:solidFill>
              </a:defRPr>
            </a:lvl5pPr>
            <a:lvl6pPr>
              <a:defRPr sz="1200" b="0">
                <a:solidFill>
                  <a:srgbClr val="A8BAC1"/>
                </a:solidFill>
              </a:defRPr>
            </a:lvl6pPr>
            <a:lvl7pPr>
              <a:defRPr sz="1200" b="0">
                <a:solidFill>
                  <a:srgbClr val="A8BAC1"/>
                </a:solidFill>
              </a:defRPr>
            </a:lvl7pPr>
            <a:lvl8pPr>
              <a:defRPr sz="1200" b="0">
                <a:solidFill>
                  <a:srgbClr val="A8BAC1"/>
                </a:solidFill>
              </a:defRPr>
            </a:lvl8pPr>
            <a:lvl9pPr>
              <a:defRPr sz="1200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1"/>
                </a:solidFill>
              </a:defRPr>
            </a:pPr>
            <a:r>
              <a:rPr sz="1200" b="0">
                <a:solidFill>
                  <a:srgbClr val="A8BAC1"/>
                </a:solidFill>
              </a:rPr>
              <a:t>Two task heads plus an uncalibrated softmax-entropy ambiguity score.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901BC-74B0-4A57-95EF-1DEB6DD5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24552-4490-4269-8DE0-D61DE048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0">
                <a:solidFill>
                  <a:srgbClr val="A8BAC1"/>
                </a:solidFill>
              </a:defRPr>
            </a:defPPr>
            <a:lvl1pPr>
              <a:defRPr sz="750" b="0">
                <a:solidFill>
                  <a:srgbClr val="A8BAC1"/>
                </a:solidFill>
              </a:defRPr>
            </a:lvl1pPr>
            <a:lvl2pPr>
              <a:defRPr sz="750" b="0">
                <a:solidFill>
                  <a:srgbClr val="A8BAC1"/>
                </a:solidFill>
              </a:defRPr>
            </a:lvl2pPr>
            <a:lvl3pPr>
              <a:defRPr sz="750" b="0">
                <a:solidFill>
                  <a:srgbClr val="A8BAC1"/>
                </a:solidFill>
              </a:defRPr>
            </a:lvl3pPr>
            <a:lvl4pPr>
              <a:defRPr sz="750" b="0">
                <a:solidFill>
                  <a:srgbClr val="A8BAC1"/>
                </a:solidFill>
              </a:defRPr>
            </a:lvl4pPr>
            <a:lvl5pPr>
              <a:defRPr sz="750" b="0">
                <a:solidFill>
                  <a:srgbClr val="A8BAC1"/>
                </a:solidFill>
              </a:defRPr>
            </a:lvl5pPr>
            <a:lvl6pPr>
              <a:defRPr sz="750" b="0">
                <a:solidFill>
                  <a:srgbClr val="A8BAC1"/>
                </a:solidFill>
              </a:defRPr>
            </a:lvl6pPr>
            <a:lvl7pPr>
              <a:defRPr sz="750" b="0">
                <a:solidFill>
                  <a:srgbClr val="A8BAC1"/>
                </a:solidFill>
              </a:defRPr>
            </a:lvl7pPr>
            <a:lvl8pPr>
              <a:defRPr sz="750" b="0">
                <a:solidFill>
                  <a:srgbClr val="A8BAC1"/>
                </a:solidFill>
              </a:defRPr>
            </a:lvl8pPr>
            <a:lvl9pPr>
              <a:defRPr sz="750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8BAC1"/>
                </a:solidFill>
              </a:defRPr>
            </a:pPr>
            <a:r>
              <a:rPr sz="750" b="0">
                <a:solidFill>
                  <a:srgbClr val="A8BAC1"/>
                </a:solidFill>
              </a:rPr>
              <a:t>SSG × RESEARCH CLUB HACKATHON  •  EURO-SAT  •  MEASURED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1041B-4B5D-4B76-9832-857C06D7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A8BAC1"/>
                </a:solidFill>
              </a:defRPr>
            </a:defPPr>
            <a:lvl1pPr algn="r">
              <a:defRPr sz="750" b="1">
                <a:solidFill>
                  <a:srgbClr val="A8BAC1"/>
                </a:solidFill>
              </a:defRPr>
            </a:lvl1pPr>
            <a:lvl2pPr algn="r">
              <a:defRPr sz="750" b="1">
                <a:solidFill>
                  <a:srgbClr val="A8BAC1"/>
                </a:solidFill>
              </a:defRPr>
            </a:lvl2pPr>
            <a:lvl3pPr algn="r">
              <a:defRPr sz="750" b="1">
                <a:solidFill>
                  <a:srgbClr val="A8BAC1"/>
                </a:solidFill>
              </a:defRPr>
            </a:lvl3pPr>
            <a:lvl4pPr algn="r">
              <a:defRPr sz="750" b="1">
                <a:solidFill>
                  <a:srgbClr val="A8BAC1"/>
                </a:solidFill>
              </a:defRPr>
            </a:lvl4pPr>
            <a:lvl5pPr algn="r">
              <a:defRPr sz="750" b="1">
                <a:solidFill>
                  <a:srgbClr val="A8BAC1"/>
                </a:solidFill>
              </a:defRPr>
            </a:lvl5pPr>
            <a:lvl6pPr algn="r">
              <a:defRPr sz="750" b="1">
                <a:solidFill>
                  <a:srgbClr val="A8BAC1"/>
                </a:solidFill>
              </a:defRPr>
            </a:lvl6pPr>
            <a:lvl7pPr algn="r">
              <a:defRPr sz="750" b="1">
                <a:solidFill>
                  <a:srgbClr val="A8BAC1"/>
                </a:solidFill>
              </a:defRPr>
            </a:lvl7pPr>
            <a:lvl8pPr algn="r">
              <a:defRPr sz="750" b="1">
                <a:solidFill>
                  <a:srgbClr val="A8BAC1"/>
                </a:solidFill>
              </a:defRPr>
            </a:lvl8pPr>
            <a:lvl9pPr algn="r">
              <a:defRPr sz="750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A8BAC1"/>
                </a:solidFill>
              </a:defRPr>
            </a:pPr>
            <a:r>
              <a:rPr sz="750" b="1">
                <a:solidFill>
                  <a:srgbClr val="A8BAC1"/>
                </a:solidFill>
              </a:rPr>
              <a:t>03 /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32D05-7C4F-4945-8046-AD5581A9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0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9BEEE-AE88-4687-8F2C-667E1D6B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050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EF4F5"/>
                </a:solidFill>
              </a:defRPr>
            </a:defPPr>
            <a:lvl1pPr algn="ctr">
              <a:defRPr sz="1350" b="1">
                <a:solidFill>
                  <a:srgbClr val="EEF4F5"/>
                </a:solidFill>
              </a:defRPr>
            </a:lvl1pPr>
            <a:lvl2pPr algn="ctr">
              <a:defRPr sz="1350" b="1">
                <a:solidFill>
                  <a:srgbClr val="EEF4F5"/>
                </a:solidFill>
              </a:defRPr>
            </a:lvl2pPr>
            <a:lvl3pPr algn="ctr">
              <a:defRPr sz="1350" b="1">
                <a:solidFill>
                  <a:srgbClr val="EEF4F5"/>
                </a:solidFill>
              </a:defRPr>
            </a:lvl3pPr>
            <a:lvl4pPr algn="ctr">
              <a:defRPr sz="1350" b="1">
                <a:solidFill>
                  <a:srgbClr val="EEF4F5"/>
                </a:solidFill>
              </a:defRPr>
            </a:lvl4pPr>
            <a:lvl5pPr algn="ctr">
              <a:defRPr sz="1350" b="1">
                <a:solidFill>
                  <a:srgbClr val="EEF4F5"/>
                </a:solidFill>
              </a:defRPr>
            </a:lvl5pPr>
            <a:lvl6pPr algn="ctr">
              <a:defRPr sz="1350" b="1">
                <a:solidFill>
                  <a:srgbClr val="EEF4F5"/>
                </a:solidFill>
              </a:defRPr>
            </a:lvl6pPr>
            <a:lvl7pPr algn="ctr">
              <a:defRPr sz="1350" b="1">
                <a:solidFill>
                  <a:srgbClr val="EEF4F5"/>
                </a:solidFill>
              </a:defRPr>
            </a:lvl7pPr>
            <a:lvl8pPr algn="ctr">
              <a:defRPr sz="1350" b="1">
                <a:solidFill>
                  <a:srgbClr val="EEF4F5"/>
                </a:solidFill>
              </a:defRPr>
            </a:lvl8pPr>
            <a:lvl9pPr algn="ctr">
              <a:defRPr sz="1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EF4F5"/>
                </a:solidFill>
              </a:defRPr>
            </a:pPr>
            <a:r>
              <a:rPr sz="1350" b="1">
                <a:solidFill>
                  <a:srgbClr val="EEF4F5"/>
                </a:solidFill>
              </a:rPr>
              <a:t>Input tile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6EAEA-B8A1-4A6D-A1B3-E099939E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05125"/>
            <a:ext cx="1447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A8BAC1"/>
                </a:solidFill>
              </a:defRPr>
            </a:defPPr>
            <a:lvl1pPr algn="ctr">
              <a:defRPr sz="1125" b="0">
                <a:solidFill>
                  <a:srgbClr val="A8BAC1"/>
                </a:solidFill>
              </a:defRPr>
            </a:lvl1pPr>
            <a:lvl2pPr algn="ctr">
              <a:defRPr sz="1125" b="0">
                <a:solidFill>
                  <a:srgbClr val="A8BAC1"/>
                </a:solidFill>
              </a:defRPr>
            </a:lvl2pPr>
            <a:lvl3pPr algn="ctr">
              <a:defRPr sz="1125" b="0">
                <a:solidFill>
                  <a:srgbClr val="A8BAC1"/>
                </a:solidFill>
              </a:defRPr>
            </a:lvl3pPr>
            <a:lvl4pPr algn="ctr">
              <a:defRPr sz="1125" b="0">
                <a:solidFill>
                  <a:srgbClr val="A8BAC1"/>
                </a:solidFill>
              </a:defRPr>
            </a:lvl4pPr>
            <a:lvl5pPr algn="ctr">
              <a:defRPr sz="1125" b="0">
                <a:solidFill>
                  <a:srgbClr val="A8BAC1"/>
                </a:solidFill>
              </a:defRPr>
            </a:lvl5pPr>
            <a:lvl6pPr algn="ctr">
              <a:defRPr sz="1125" b="0">
                <a:solidFill>
                  <a:srgbClr val="A8BAC1"/>
                </a:solidFill>
              </a:defRPr>
            </a:lvl6pPr>
            <a:lvl7pPr algn="ctr">
              <a:defRPr sz="1125" b="0">
                <a:solidFill>
                  <a:srgbClr val="A8BAC1"/>
                </a:solidFill>
              </a:defRPr>
            </a:lvl7pPr>
            <a:lvl8pPr algn="ctr">
              <a:defRPr sz="1125" b="0">
                <a:solidFill>
                  <a:srgbClr val="A8BAC1"/>
                </a:solidFill>
              </a:defRPr>
            </a:lvl8pPr>
            <a:lvl9pPr algn="ctr"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64 × 64 × 3</a:t>
            </a:r>
          </a:p>
          <a:p xmlns:a="http://schemas.openxmlformats.org/drawingml/2006/main">
            <a:pPr algn="ctr"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EuroSAT RGB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D1151-BB2D-48B1-81B5-91B8D107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93370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D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50218-4DF9-4E02-91CA-5DDBD41B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432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68D2DF"/>
                </a:solidFill>
              </a:defRPr>
            </a:defPPr>
            <a:lvl1pPr algn="ctr">
              <a:defRPr sz="2100" b="1">
                <a:solidFill>
                  <a:srgbClr val="68D2DF"/>
                </a:solidFill>
              </a:defRPr>
            </a:lvl1pPr>
            <a:lvl2pPr algn="ctr">
              <a:defRPr sz="2100" b="1">
                <a:solidFill>
                  <a:srgbClr val="68D2DF"/>
                </a:solidFill>
              </a:defRPr>
            </a:lvl2pPr>
            <a:lvl3pPr algn="ctr">
              <a:defRPr sz="2100" b="1">
                <a:solidFill>
                  <a:srgbClr val="68D2DF"/>
                </a:solidFill>
              </a:defRPr>
            </a:lvl3pPr>
            <a:lvl4pPr algn="ctr">
              <a:defRPr sz="2100" b="1">
                <a:solidFill>
                  <a:srgbClr val="68D2DF"/>
                </a:solidFill>
              </a:defRPr>
            </a:lvl4pPr>
            <a:lvl5pPr algn="ctr">
              <a:defRPr sz="2100" b="1">
                <a:solidFill>
                  <a:srgbClr val="68D2DF"/>
                </a:solidFill>
              </a:defRPr>
            </a:lvl5pPr>
            <a:lvl6pPr algn="ctr">
              <a:defRPr sz="2100" b="1">
                <a:solidFill>
                  <a:srgbClr val="68D2DF"/>
                </a:solidFill>
              </a:defRPr>
            </a:lvl6pPr>
            <a:lvl7pPr algn="ctr">
              <a:defRPr sz="2100" b="1">
                <a:solidFill>
                  <a:srgbClr val="68D2DF"/>
                </a:solidFill>
              </a:defRPr>
            </a:lvl7pPr>
            <a:lvl8pPr algn="ctr">
              <a:defRPr sz="2100" b="1">
                <a:solidFill>
                  <a:srgbClr val="68D2DF"/>
                </a:solidFill>
              </a:defRPr>
            </a:lvl8pPr>
            <a:lvl9pPr algn="ctr">
              <a:defRPr sz="2100" b="1">
                <a:solidFill>
                  <a:srgbClr val="68D2D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68D2DF"/>
                </a:solidFill>
              </a:defRPr>
            </a:pPr>
            <a:r>
              <a:rPr sz="2100" b="1">
                <a:solidFill>
                  <a:srgbClr val="68D2DF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7085A-3A17-42CD-843C-1F9D9823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33625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0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24A38-6339-4079-A903-142843D7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050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EF4F5"/>
                </a:solidFill>
              </a:defRPr>
            </a:defPPr>
            <a:lvl1pPr algn="ctr">
              <a:defRPr sz="1350" b="1">
                <a:solidFill>
                  <a:srgbClr val="EEF4F5"/>
                </a:solidFill>
              </a:defRPr>
            </a:lvl1pPr>
            <a:lvl2pPr algn="ctr">
              <a:defRPr sz="1350" b="1">
                <a:solidFill>
                  <a:srgbClr val="EEF4F5"/>
                </a:solidFill>
              </a:defRPr>
            </a:lvl2pPr>
            <a:lvl3pPr algn="ctr">
              <a:defRPr sz="1350" b="1">
                <a:solidFill>
                  <a:srgbClr val="EEF4F5"/>
                </a:solidFill>
              </a:defRPr>
            </a:lvl3pPr>
            <a:lvl4pPr algn="ctr">
              <a:defRPr sz="1350" b="1">
                <a:solidFill>
                  <a:srgbClr val="EEF4F5"/>
                </a:solidFill>
              </a:defRPr>
            </a:lvl4pPr>
            <a:lvl5pPr algn="ctr">
              <a:defRPr sz="1350" b="1">
                <a:solidFill>
                  <a:srgbClr val="EEF4F5"/>
                </a:solidFill>
              </a:defRPr>
            </a:lvl5pPr>
            <a:lvl6pPr algn="ctr">
              <a:defRPr sz="1350" b="1">
                <a:solidFill>
                  <a:srgbClr val="EEF4F5"/>
                </a:solidFill>
              </a:defRPr>
            </a:lvl6pPr>
            <a:lvl7pPr algn="ctr">
              <a:defRPr sz="1350" b="1">
                <a:solidFill>
                  <a:srgbClr val="EEF4F5"/>
                </a:solidFill>
              </a:defRPr>
            </a:lvl7pPr>
            <a:lvl8pPr algn="ctr">
              <a:defRPr sz="1350" b="1">
                <a:solidFill>
                  <a:srgbClr val="EEF4F5"/>
                </a:solidFill>
              </a:defRPr>
            </a:lvl8pPr>
            <a:lvl9pPr algn="ctr">
              <a:defRPr sz="1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EF4F5"/>
                </a:solidFill>
              </a:defRPr>
            </a:pPr>
            <a:r>
              <a:rPr sz="1350" b="1">
                <a:solidFill>
                  <a:srgbClr val="EEF4F5"/>
                </a:solidFill>
              </a:rPr>
              <a:t>Preprocess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8A589-6DC7-45C1-8F0D-50095FEC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05125"/>
            <a:ext cx="1447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A8BAC1"/>
                </a:solidFill>
              </a:defRPr>
            </a:defPPr>
            <a:lvl1pPr algn="ctr">
              <a:defRPr sz="1125" b="0">
                <a:solidFill>
                  <a:srgbClr val="A8BAC1"/>
                </a:solidFill>
              </a:defRPr>
            </a:lvl1pPr>
            <a:lvl2pPr algn="ctr">
              <a:defRPr sz="1125" b="0">
                <a:solidFill>
                  <a:srgbClr val="A8BAC1"/>
                </a:solidFill>
              </a:defRPr>
            </a:lvl2pPr>
            <a:lvl3pPr algn="ctr">
              <a:defRPr sz="1125" b="0">
                <a:solidFill>
                  <a:srgbClr val="A8BAC1"/>
                </a:solidFill>
              </a:defRPr>
            </a:lvl3pPr>
            <a:lvl4pPr algn="ctr">
              <a:defRPr sz="1125" b="0">
                <a:solidFill>
                  <a:srgbClr val="A8BAC1"/>
                </a:solidFill>
              </a:defRPr>
            </a:lvl4pPr>
            <a:lvl5pPr algn="ctr">
              <a:defRPr sz="1125" b="0">
                <a:solidFill>
                  <a:srgbClr val="A8BAC1"/>
                </a:solidFill>
              </a:defRPr>
            </a:lvl5pPr>
            <a:lvl6pPr algn="ctr">
              <a:defRPr sz="1125" b="0">
                <a:solidFill>
                  <a:srgbClr val="A8BAC1"/>
                </a:solidFill>
              </a:defRPr>
            </a:lvl6pPr>
            <a:lvl7pPr algn="ctr">
              <a:defRPr sz="1125" b="0">
                <a:solidFill>
                  <a:srgbClr val="A8BAC1"/>
                </a:solidFill>
              </a:defRPr>
            </a:lvl7pPr>
            <a:lvl8pPr algn="ctr">
              <a:defRPr sz="1125" b="0">
                <a:solidFill>
                  <a:srgbClr val="A8BAC1"/>
                </a:solidFill>
              </a:defRPr>
            </a:lvl8pPr>
            <a:lvl9pPr algn="ctr"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Resize 64×64</a:t>
            </a:r>
          </a:p>
          <a:p xmlns:a="http://schemas.openxmlformats.org/drawingml/2006/main">
            <a:pPr algn="ctr"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ToTensor [0,1]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16EEA-ACE7-4431-BCFC-DE86F00B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3370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D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8CF1B-FEFE-4542-BACD-96015EEF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432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68D2DF"/>
                </a:solidFill>
              </a:defRPr>
            </a:defPPr>
            <a:lvl1pPr algn="ctr">
              <a:defRPr sz="2100" b="1">
                <a:solidFill>
                  <a:srgbClr val="68D2DF"/>
                </a:solidFill>
              </a:defRPr>
            </a:lvl1pPr>
            <a:lvl2pPr algn="ctr">
              <a:defRPr sz="2100" b="1">
                <a:solidFill>
                  <a:srgbClr val="68D2DF"/>
                </a:solidFill>
              </a:defRPr>
            </a:lvl2pPr>
            <a:lvl3pPr algn="ctr">
              <a:defRPr sz="2100" b="1">
                <a:solidFill>
                  <a:srgbClr val="68D2DF"/>
                </a:solidFill>
              </a:defRPr>
            </a:lvl3pPr>
            <a:lvl4pPr algn="ctr">
              <a:defRPr sz="2100" b="1">
                <a:solidFill>
                  <a:srgbClr val="68D2DF"/>
                </a:solidFill>
              </a:defRPr>
            </a:lvl4pPr>
            <a:lvl5pPr algn="ctr">
              <a:defRPr sz="2100" b="1">
                <a:solidFill>
                  <a:srgbClr val="68D2DF"/>
                </a:solidFill>
              </a:defRPr>
            </a:lvl5pPr>
            <a:lvl6pPr algn="ctr">
              <a:defRPr sz="2100" b="1">
                <a:solidFill>
                  <a:srgbClr val="68D2DF"/>
                </a:solidFill>
              </a:defRPr>
            </a:lvl6pPr>
            <a:lvl7pPr algn="ctr">
              <a:defRPr sz="2100" b="1">
                <a:solidFill>
                  <a:srgbClr val="68D2DF"/>
                </a:solidFill>
              </a:defRPr>
            </a:lvl7pPr>
            <a:lvl8pPr algn="ctr">
              <a:defRPr sz="2100" b="1">
                <a:solidFill>
                  <a:srgbClr val="68D2DF"/>
                </a:solidFill>
              </a:defRPr>
            </a:lvl8pPr>
            <a:lvl9pPr algn="ctr">
              <a:defRPr sz="2100" b="1">
                <a:solidFill>
                  <a:srgbClr val="68D2D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68D2DF"/>
                </a:solidFill>
              </a:defRPr>
            </a:pPr>
            <a:r>
              <a:rPr sz="2100" b="1">
                <a:solidFill>
                  <a:srgbClr val="68D2DF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B7EAC-A26F-437B-9580-2728510B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33625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C8F55C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05C63-A4D8-4926-BB86-A9EA68EE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5050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7131E"/>
                </a:solidFill>
              </a:defRPr>
            </a:defPPr>
            <a:lvl1pPr algn="ctr">
              <a:defRPr sz="1350" b="1">
                <a:solidFill>
                  <a:srgbClr val="07131E"/>
                </a:solidFill>
              </a:defRPr>
            </a:lvl1pPr>
            <a:lvl2pPr algn="ctr">
              <a:defRPr sz="1350" b="1">
                <a:solidFill>
                  <a:srgbClr val="07131E"/>
                </a:solidFill>
              </a:defRPr>
            </a:lvl2pPr>
            <a:lvl3pPr algn="ctr">
              <a:defRPr sz="1350" b="1">
                <a:solidFill>
                  <a:srgbClr val="07131E"/>
                </a:solidFill>
              </a:defRPr>
            </a:lvl3pPr>
            <a:lvl4pPr algn="ctr">
              <a:defRPr sz="1350" b="1">
                <a:solidFill>
                  <a:srgbClr val="07131E"/>
                </a:solidFill>
              </a:defRPr>
            </a:lvl4pPr>
            <a:lvl5pPr algn="ctr">
              <a:defRPr sz="1350" b="1">
                <a:solidFill>
                  <a:srgbClr val="07131E"/>
                </a:solidFill>
              </a:defRPr>
            </a:lvl5pPr>
            <a:lvl6pPr algn="ctr">
              <a:defRPr sz="1350" b="1">
                <a:solidFill>
                  <a:srgbClr val="07131E"/>
                </a:solidFill>
              </a:defRPr>
            </a:lvl6pPr>
            <a:lvl7pPr algn="ctr">
              <a:defRPr sz="1350" b="1">
                <a:solidFill>
                  <a:srgbClr val="07131E"/>
                </a:solidFill>
              </a:defRPr>
            </a:lvl7pPr>
            <a:lvl8pPr algn="ctr">
              <a:defRPr sz="1350" b="1">
                <a:solidFill>
                  <a:srgbClr val="07131E"/>
                </a:solidFill>
              </a:defRPr>
            </a:lvl8pPr>
            <a:lvl9pPr algn="ctr">
              <a:defRPr sz="1350" b="1">
                <a:solidFill>
                  <a:srgbClr val="07131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7131E"/>
                </a:solidFill>
              </a:defRPr>
            </a:pPr>
            <a:r>
              <a:rPr sz="1350" b="1">
                <a:solidFill>
                  <a:srgbClr val="07131E"/>
                </a:solidFill>
              </a:rPr>
              <a:t>QAC-Net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D9C0D-AF64-4AFF-BFF9-5316726C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905125"/>
            <a:ext cx="1447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07131E"/>
                </a:solidFill>
              </a:defRPr>
            </a:defPPr>
            <a:lvl1pPr algn="ctr">
              <a:defRPr sz="1125" b="0">
                <a:solidFill>
                  <a:srgbClr val="07131E"/>
                </a:solidFill>
              </a:defRPr>
            </a:lvl1pPr>
            <a:lvl2pPr algn="ctr">
              <a:defRPr sz="1125" b="0">
                <a:solidFill>
                  <a:srgbClr val="07131E"/>
                </a:solidFill>
              </a:defRPr>
            </a:lvl2pPr>
            <a:lvl3pPr algn="ctr">
              <a:defRPr sz="1125" b="0">
                <a:solidFill>
                  <a:srgbClr val="07131E"/>
                </a:solidFill>
              </a:defRPr>
            </a:lvl3pPr>
            <a:lvl4pPr algn="ctr">
              <a:defRPr sz="1125" b="0">
                <a:solidFill>
                  <a:srgbClr val="07131E"/>
                </a:solidFill>
              </a:defRPr>
            </a:lvl4pPr>
            <a:lvl5pPr algn="ctr">
              <a:defRPr sz="1125" b="0">
                <a:solidFill>
                  <a:srgbClr val="07131E"/>
                </a:solidFill>
              </a:defRPr>
            </a:lvl5pPr>
            <a:lvl6pPr algn="ctr">
              <a:defRPr sz="1125" b="0">
                <a:solidFill>
                  <a:srgbClr val="07131E"/>
                </a:solidFill>
              </a:defRPr>
            </a:lvl6pPr>
            <a:lvl7pPr algn="ctr">
              <a:defRPr sz="1125" b="0">
                <a:solidFill>
                  <a:srgbClr val="07131E"/>
                </a:solidFill>
              </a:defRPr>
            </a:lvl7pPr>
            <a:lvl8pPr algn="ctr">
              <a:defRPr sz="1125" b="0">
                <a:solidFill>
                  <a:srgbClr val="07131E"/>
                </a:solidFill>
              </a:defRPr>
            </a:lvl8pPr>
            <a:lvl9pPr algn="ctr">
              <a:defRPr sz="1125" b="0">
                <a:solidFill>
                  <a:srgbClr val="07131E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7131E"/>
                </a:solidFill>
              </a:defRPr>
            </a:pPr>
            <a:r>
              <a:rPr sz="1125" b="0">
                <a:solidFill>
                  <a:srgbClr val="07131E"/>
                </a:solidFill>
              </a:rPr>
              <a:t>Depthwise-separable</a:t>
            </a:r>
          </a:p>
          <a:p xmlns:a="http://schemas.openxmlformats.org/drawingml/2006/main">
            <a:pPr algn="ctr">
              <a:defRPr sz="1125" b="0">
                <a:solidFill>
                  <a:srgbClr val="07131E"/>
                </a:solidFill>
              </a:defRPr>
            </a:pPr>
            <a:r>
              <a:rPr sz="1125" b="0">
                <a:solidFill>
                  <a:srgbClr val="07131E"/>
                </a:solidFill>
              </a:rPr>
              <a:t>convolution blocks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7052F-3D23-4331-8532-4BCA5847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3370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D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C4AF5-C5A6-446A-86D1-8F7130C2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68D2DF"/>
                </a:solidFill>
              </a:defRPr>
            </a:defPPr>
            <a:lvl1pPr algn="ctr">
              <a:defRPr sz="2100" b="1">
                <a:solidFill>
                  <a:srgbClr val="68D2DF"/>
                </a:solidFill>
              </a:defRPr>
            </a:lvl1pPr>
            <a:lvl2pPr algn="ctr">
              <a:defRPr sz="2100" b="1">
                <a:solidFill>
                  <a:srgbClr val="68D2DF"/>
                </a:solidFill>
              </a:defRPr>
            </a:lvl2pPr>
            <a:lvl3pPr algn="ctr">
              <a:defRPr sz="2100" b="1">
                <a:solidFill>
                  <a:srgbClr val="68D2DF"/>
                </a:solidFill>
              </a:defRPr>
            </a:lvl3pPr>
            <a:lvl4pPr algn="ctr">
              <a:defRPr sz="2100" b="1">
                <a:solidFill>
                  <a:srgbClr val="68D2DF"/>
                </a:solidFill>
              </a:defRPr>
            </a:lvl4pPr>
            <a:lvl5pPr algn="ctr">
              <a:defRPr sz="2100" b="1">
                <a:solidFill>
                  <a:srgbClr val="68D2DF"/>
                </a:solidFill>
              </a:defRPr>
            </a:lvl5pPr>
            <a:lvl6pPr algn="ctr">
              <a:defRPr sz="2100" b="1">
                <a:solidFill>
                  <a:srgbClr val="68D2DF"/>
                </a:solidFill>
              </a:defRPr>
            </a:lvl6pPr>
            <a:lvl7pPr algn="ctr">
              <a:defRPr sz="2100" b="1">
                <a:solidFill>
                  <a:srgbClr val="68D2DF"/>
                </a:solidFill>
              </a:defRPr>
            </a:lvl7pPr>
            <a:lvl8pPr algn="ctr">
              <a:defRPr sz="2100" b="1">
                <a:solidFill>
                  <a:srgbClr val="68D2DF"/>
                </a:solidFill>
              </a:defRPr>
            </a:lvl8pPr>
            <a:lvl9pPr algn="ctr">
              <a:defRPr sz="2100" b="1">
                <a:solidFill>
                  <a:srgbClr val="68D2D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68D2DF"/>
                </a:solidFill>
              </a:defRPr>
            </a:pPr>
            <a:r>
              <a:rPr sz="2100" b="1">
                <a:solidFill>
                  <a:srgbClr val="68D2DF"/>
                </a:solidFill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59FECF-FD24-4FA3-B7F3-F5B0ECB2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0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17225-FB21-4DFA-82E5-C602C405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050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EF4F5"/>
                </a:solidFill>
              </a:defRPr>
            </a:defPPr>
            <a:lvl1pPr algn="ctr">
              <a:defRPr sz="1350" b="1">
                <a:solidFill>
                  <a:srgbClr val="EEF4F5"/>
                </a:solidFill>
              </a:defRPr>
            </a:lvl1pPr>
            <a:lvl2pPr algn="ctr">
              <a:defRPr sz="1350" b="1">
                <a:solidFill>
                  <a:srgbClr val="EEF4F5"/>
                </a:solidFill>
              </a:defRPr>
            </a:lvl2pPr>
            <a:lvl3pPr algn="ctr">
              <a:defRPr sz="1350" b="1">
                <a:solidFill>
                  <a:srgbClr val="EEF4F5"/>
                </a:solidFill>
              </a:defRPr>
            </a:lvl3pPr>
            <a:lvl4pPr algn="ctr">
              <a:defRPr sz="1350" b="1">
                <a:solidFill>
                  <a:srgbClr val="EEF4F5"/>
                </a:solidFill>
              </a:defRPr>
            </a:lvl4pPr>
            <a:lvl5pPr algn="ctr">
              <a:defRPr sz="1350" b="1">
                <a:solidFill>
                  <a:srgbClr val="EEF4F5"/>
                </a:solidFill>
              </a:defRPr>
            </a:lvl5pPr>
            <a:lvl6pPr algn="ctr">
              <a:defRPr sz="1350" b="1">
                <a:solidFill>
                  <a:srgbClr val="EEF4F5"/>
                </a:solidFill>
              </a:defRPr>
            </a:lvl6pPr>
            <a:lvl7pPr algn="ctr">
              <a:defRPr sz="1350" b="1">
                <a:solidFill>
                  <a:srgbClr val="EEF4F5"/>
                </a:solidFill>
              </a:defRPr>
            </a:lvl7pPr>
            <a:lvl8pPr algn="ctr">
              <a:defRPr sz="1350" b="1">
                <a:solidFill>
                  <a:srgbClr val="EEF4F5"/>
                </a:solidFill>
              </a:defRPr>
            </a:lvl8pPr>
            <a:lvl9pPr algn="ctr">
              <a:defRPr sz="1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EF4F5"/>
                </a:solidFill>
              </a:defRPr>
            </a:pPr>
            <a:r>
              <a:rPr sz="1350" b="1">
                <a:solidFill>
                  <a:srgbClr val="EEF4F5"/>
                </a:solidFill>
              </a:rPr>
              <a:t>Two heads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A8A15E-A3A9-46D6-BA0E-1C3D9AC0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05125"/>
            <a:ext cx="1447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A8BAC1"/>
                </a:solidFill>
              </a:defRPr>
            </a:defPPr>
            <a:lvl1pPr algn="ctr">
              <a:defRPr sz="1125" b="0">
                <a:solidFill>
                  <a:srgbClr val="A8BAC1"/>
                </a:solidFill>
              </a:defRPr>
            </a:lvl1pPr>
            <a:lvl2pPr algn="ctr">
              <a:defRPr sz="1125" b="0">
                <a:solidFill>
                  <a:srgbClr val="A8BAC1"/>
                </a:solidFill>
              </a:defRPr>
            </a:lvl2pPr>
            <a:lvl3pPr algn="ctr">
              <a:defRPr sz="1125" b="0">
                <a:solidFill>
                  <a:srgbClr val="A8BAC1"/>
                </a:solidFill>
              </a:defRPr>
            </a:lvl3pPr>
            <a:lvl4pPr algn="ctr">
              <a:defRPr sz="1125" b="0">
                <a:solidFill>
                  <a:srgbClr val="A8BAC1"/>
                </a:solidFill>
              </a:defRPr>
            </a:lvl4pPr>
            <a:lvl5pPr algn="ctr">
              <a:defRPr sz="1125" b="0">
                <a:solidFill>
                  <a:srgbClr val="A8BAC1"/>
                </a:solidFill>
              </a:defRPr>
            </a:lvl5pPr>
            <a:lvl6pPr algn="ctr">
              <a:defRPr sz="1125" b="0">
                <a:solidFill>
                  <a:srgbClr val="A8BAC1"/>
                </a:solidFill>
              </a:defRPr>
            </a:lvl6pPr>
            <a:lvl7pPr algn="ctr">
              <a:defRPr sz="1125" b="0">
                <a:solidFill>
                  <a:srgbClr val="A8BAC1"/>
                </a:solidFill>
              </a:defRPr>
            </a:lvl7pPr>
            <a:lvl8pPr algn="ctr">
              <a:defRPr sz="1125" b="0">
                <a:solidFill>
                  <a:srgbClr val="A8BAC1"/>
                </a:solidFill>
              </a:defRPr>
            </a:lvl8pPr>
            <a:lvl9pPr algn="ctr"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10 land-cover logits</a:t>
            </a:r>
          </a:p>
          <a:p xmlns:a="http://schemas.openxmlformats.org/drawingml/2006/main">
            <a:pPr algn="ctr"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clean / corrupted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EEB197-5DA8-49A1-A2B3-E29FA9B8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3370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D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4B6A23-BFBB-4D33-AE18-59AC4D79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432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68D2DF"/>
                </a:solidFill>
              </a:defRPr>
            </a:defPPr>
            <a:lvl1pPr algn="ctr">
              <a:defRPr sz="2100" b="1">
                <a:solidFill>
                  <a:srgbClr val="68D2DF"/>
                </a:solidFill>
              </a:defRPr>
            </a:lvl1pPr>
            <a:lvl2pPr algn="ctr">
              <a:defRPr sz="2100" b="1">
                <a:solidFill>
                  <a:srgbClr val="68D2DF"/>
                </a:solidFill>
              </a:defRPr>
            </a:lvl2pPr>
            <a:lvl3pPr algn="ctr">
              <a:defRPr sz="2100" b="1">
                <a:solidFill>
                  <a:srgbClr val="68D2DF"/>
                </a:solidFill>
              </a:defRPr>
            </a:lvl3pPr>
            <a:lvl4pPr algn="ctr">
              <a:defRPr sz="2100" b="1">
                <a:solidFill>
                  <a:srgbClr val="68D2DF"/>
                </a:solidFill>
              </a:defRPr>
            </a:lvl4pPr>
            <a:lvl5pPr algn="ctr">
              <a:defRPr sz="2100" b="1">
                <a:solidFill>
                  <a:srgbClr val="68D2DF"/>
                </a:solidFill>
              </a:defRPr>
            </a:lvl5pPr>
            <a:lvl6pPr algn="ctr">
              <a:defRPr sz="2100" b="1">
                <a:solidFill>
                  <a:srgbClr val="68D2DF"/>
                </a:solidFill>
              </a:defRPr>
            </a:lvl6pPr>
            <a:lvl7pPr algn="ctr">
              <a:defRPr sz="2100" b="1">
                <a:solidFill>
                  <a:srgbClr val="68D2DF"/>
                </a:solidFill>
              </a:defRPr>
            </a:lvl7pPr>
            <a:lvl8pPr algn="ctr">
              <a:defRPr sz="2100" b="1">
                <a:solidFill>
                  <a:srgbClr val="68D2DF"/>
                </a:solidFill>
              </a:defRPr>
            </a:lvl8pPr>
            <a:lvl9pPr algn="ctr">
              <a:defRPr sz="2100" b="1">
                <a:solidFill>
                  <a:srgbClr val="68D2D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68D2DF"/>
                </a:solidFill>
              </a:defRPr>
            </a:pPr>
            <a:r>
              <a:rPr sz="2100" b="1">
                <a:solidFill>
                  <a:srgbClr val="68D2DF"/>
                </a:solidFill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CE3C9F-2562-4D2E-B679-C261C9A2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33625"/>
            <a:ext cx="2095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0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208FD6-A7EB-4042-90C0-7285BF33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50507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EF4F5"/>
                </a:solidFill>
              </a:defRPr>
            </a:defPPr>
            <a:lvl1pPr algn="ctr">
              <a:defRPr sz="1350" b="1">
                <a:solidFill>
                  <a:srgbClr val="EEF4F5"/>
                </a:solidFill>
              </a:defRPr>
            </a:lvl1pPr>
            <a:lvl2pPr algn="ctr">
              <a:defRPr sz="1350" b="1">
                <a:solidFill>
                  <a:srgbClr val="EEF4F5"/>
                </a:solidFill>
              </a:defRPr>
            </a:lvl2pPr>
            <a:lvl3pPr algn="ctr">
              <a:defRPr sz="1350" b="1">
                <a:solidFill>
                  <a:srgbClr val="EEF4F5"/>
                </a:solidFill>
              </a:defRPr>
            </a:lvl3pPr>
            <a:lvl4pPr algn="ctr">
              <a:defRPr sz="1350" b="1">
                <a:solidFill>
                  <a:srgbClr val="EEF4F5"/>
                </a:solidFill>
              </a:defRPr>
            </a:lvl4pPr>
            <a:lvl5pPr algn="ctr">
              <a:defRPr sz="1350" b="1">
                <a:solidFill>
                  <a:srgbClr val="EEF4F5"/>
                </a:solidFill>
              </a:defRPr>
            </a:lvl5pPr>
            <a:lvl6pPr algn="ctr">
              <a:defRPr sz="1350" b="1">
                <a:solidFill>
                  <a:srgbClr val="EEF4F5"/>
                </a:solidFill>
              </a:defRPr>
            </a:lvl6pPr>
            <a:lvl7pPr algn="ctr">
              <a:defRPr sz="1350" b="1">
                <a:solidFill>
                  <a:srgbClr val="EEF4F5"/>
                </a:solidFill>
              </a:defRPr>
            </a:lvl7pPr>
            <a:lvl8pPr algn="ctr">
              <a:defRPr sz="1350" b="1">
                <a:solidFill>
                  <a:srgbClr val="EEF4F5"/>
                </a:solidFill>
              </a:defRPr>
            </a:lvl8pPr>
            <a:lvl9pPr algn="ctr">
              <a:defRPr sz="1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EF4F5"/>
                </a:solidFill>
              </a:defRPr>
            </a:pPr>
            <a:r>
              <a:rPr sz="1350" b="1">
                <a:solidFill>
                  <a:srgbClr val="EEF4F5"/>
                </a:solidFill>
              </a:rPr>
              <a:t>Decision input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DA2027-1A4C-4BA6-88A2-ABE3A2C1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05125"/>
            <a:ext cx="1828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A8BAC1"/>
                </a:solidFill>
              </a:defRPr>
            </a:defPPr>
            <a:lvl1pPr algn="ctr">
              <a:defRPr sz="1125" b="0">
                <a:solidFill>
                  <a:srgbClr val="A8BAC1"/>
                </a:solidFill>
              </a:defRPr>
            </a:lvl1pPr>
            <a:lvl2pPr algn="ctr">
              <a:defRPr sz="1125" b="0">
                <a:solidFill>
                  <a:srgbClr val="A8BAC1"/>
                </a:solidFill>
              </a:defRPr>
            </a:lvl2pPr>
            <a:lvl3pPr algn="ctr">
              <a:defRPr sz="1125" b="0">
                <a:solidFill>
                  <a:srgbClr val="A8BAC1"/>
                </a:solidFill>
              </a:defRPr>
            </a:lvl3pPr>
            <a:lvl4pPr algn="ctr">
              <a:defRPr sz="1125" b="0">
                <a:solidFill>
                  <a:srgbClr val="A8BAC1"/>
                </a:solidFill>
              </a:defRPr>
            </a:lvl4pPr>
            <a:lvl5pPr algn="ctr">
              <a:defRPr sz="1125" b="0">
                <a:solidFill>
                  <a:srgbClr val="A8BAC1"/>
                </a:solidFill>
              </a:defRPr>
            </a:lvl5pPr>
            <a:lvl6pPr algn="ctr">
              <a:defRPr sz="1125" b="0">
                <a:solidFill>
                  <a:srgbClr val="A8BAC1"/>
                </a:solidFill>
              </a:defRPr>
            </a:lvl6pPr>
            <a:lvl7pPr algn="ctr">
              <a:defRPr sz="1125" b="0">
                <a:solidFill>
                  <a:srgbClr val="A8BAC1"/>
                </a:solidFill>
              </a:defRPr>
            </a:lvl7pPr>
            <a:lvl8pPr algn="ctr">
              <a:defRPr sz="1125" b="0">
                <a:solidFill>
                  <a:srgbClr val="A8BAC1"/>
                </a:solidFill>
              </a:defRPr>
            </a:lvl8pPr>
            <a:lvl9pPr algn="ctr"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Class + entropy</a:t>
            </a:r>
          </a:p>
          <a:p xmlns:a="http://schemas.openxmlformats.org/drawingml/2006/main">
            <a:pPr algn="ctr"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quality + entropy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E3187D-8B70-47D1-9C75-DCAE1393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4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C8F55C"/>
                </a:solidFill>
              </a:defRPr>
            </a:defPPr>
            <a:lvl1pPr>
              <a:defRPr sz="900" b="1">
                <a:solidFill>
                  <a:srgbClr val="C8F55C"/>
                </a:solidFill>
              </a:defRPr>
            </a:lvl1pPr>
            <a:lvl2pPr>
              <a:defRPr sz="900" b="1">
                <a:solidFill>
                  <a:srgbClr val="C8F55C"/>
                </a:solidFill>
              </a:defRPr>
            </a:lvl2pPr>
            <a:lvl3pPr>
              <a:defRPr sz="900" b="1">
                <a:solidFill>
                  <a:srgbClr val="C8F55C"/>
                </a:solidFill>
              </a:defRPr>
            </a:lvl3pPr>
            <a:lvl4pPr>
              <a:defRPr sz="900" b="1">
                <a:solidFill>
                  <a:srgbClr val="C8F55C"/>
                </a:solidFill>
              </a:defRPr>
            </a:lvl4pPr>
            <a:lvl5pPr>
              <a:defRPr sz="900" b="1">
                <a:solidFill>
                  <a:srgbClr val="C8F55C"/>
                </a:solidFill>
              </a:defRPr>
            </a:lvl5pPr>
            <a:lvl6pPr>
              <a:defRPr sz="900" b="1">
                <a:solidFill>
                  <a:srgbClr val="C8F55C"/>
                </a:solidFill>
              </a:defRPr>
            </a:lvl6pPr>
            <a:lvl7pPr>
              <a:defRPr sz="900" b="1">
                <a:solidFill>
                  <a:srgbClr val="C8F55C"/>
                </a:solidFill>
              </a:defRPr>
            </a:lvl7pPr>
            <a:lvl8pPr>
              <a:defRPr sz="900" b="1">
                <a:solidFill>
                  <a:srgbClr val="C8F55C"/>
                </a:solidFill>
              </a:defRPr>
            </a:lvl8pPr>
            <a:lvl9pPr>
              <a:defRPr sz="900" b="1">
                <a:solidFill>
                  <a:srgbClr val="C8F55C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8F55C"/>
                </a:solidFill>
              </a:defRPr>
            </a:pPr>
            <a:r>
              <a:rPr sz="900" b="1">
                <a:solidFill>
                  <a:srgbClr val="C8F55C"/>
                </a:solidFill>
              </a:rPr>
              <a:t>TRAINING AND EVALUATION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D1334C-5C0A-42E7-8300-E55D92F2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3381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0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E98D09-924B-4E69-8489-849AF95C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D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D9D557-FE68-450F-840D-02210521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0100"/>
            <a:ext cx="3038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EF4F5"/>
                </a:solidFill>
              </a:defRPr>
            </a:defPPr>
            <a:lvl1pPr>
              <a:defRPr sz="1350" b="1">
                <a:solidFill>
                  <a:srgbClr val="EEF4F5"/>
                </a:solidFill>
              </a:defRPr>
            </a:lvl1pPr>
            <a:lvl2pPr>
              <a:defRPr sz="1350" b="1">
                <a:solidFill>
                  <a:srgbClr val="EEF4F5"/>
                </a:solidFill>
              </a:defRPr>
            </a:lvl2pPr>
            <a:lvl3pPr>
              <a:defRPr sz="1350" b="1">
                <a:solidFill>
                  <a:srgbClr val="EEF4F5"/>
                </a:solidFill>
              </a:defRPr>
            </a:lvl3pPr>
            <a:lvl4pPr>
              <a:defRPr sz="1350" b="1">
                <a:solidFill>
                  <a:srgbClr val="EEF4F5"/>
                </a:solidFill>
              </a:defRPr>
            </a:lvl4pPr>
            <a:lvl5pPr>
              <a:defRPr sz="1350" b="1">
                <a:solidFill>
                  <a:srgbClr val="EEF4F5"/>
                </a:solidFill>
              </a:defRPr>
            </a:lvl5pPr>
            <a:lvl6pPr>
              <a:defRPr sz="1350" b="1">
                <a:solidFill>
                  <a:srgbClr val="EEF4F5"/>
                </a:solidFill>
              </a:defRPr>
            </a:lvl6pPr>
            <a:lvl7pPr>
              <a:defRPr sz="1350" b="1">
                <a:solidFill>
                  <a:srgbClr val="EEF4F5"/>
                </a:solidFill>
              </a:defRPr>
            </a:lvl7pPr>
            <a:lvl8pPr>
              <a:defRPr sz="1350" b="1">
                <a:solidFill>
                  <a:srgbClr val="EEF4F5"/>
                </a:solidFill>
              </a:defRPr>
            </a:lvl8pPr>
            <a:lvl9pPr>
              <a:defRPr sz="1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EF4F5"/>
                </a:solidFill>
              </a:defRPr>
            </a:pPr>
            <a:r>
              <a:rPr sz="1350" b="1">
                <a:solidFill>
                  <a:srgbClr val="EEF4F5"/>
                </a:solidFill>
              </a:rPr>
              <a:t>Split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29A731-EE6D-41DF-ACC6-945DCD06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43475"/>
            <a:ext cx="30194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1"/>
                </a:solidFill>
              </a:defRPr>
            </a:defPPr>
            <a:lvl1pPr>
              <a:defRPr sz="1125" b="0">
                <a:solidFill>
                  <a:srgbClr val="A8BAC1"/>
                </a:solidFill>
              </a:defRPr>
            </a:lvl1pPr>
            <a:lvl2pPr>
              <a:defRPr sz="1125" b="0">
                <a:solidFill>
                  <a:srgbClr val="A8BAC1"/>
                </a:solidFill>
              </a:defRPr>
            </a:lvl2pPr>
            <a:lvl3pPr>
              <a:defRPr sz="1125" b="0">
                <a:solidFill>
                  <a:srgbClr val="A8BAC1"/>
                </a:solidFill>
              </a:defRPr>
            </a:lvl3pPr>
            <a:lvl4pPr>
              <a:defRPr sz="1125" b="0">
                <a:solidFill>
                  <a:srgbClr val="A8BAC1"/>
                </a:solidFill>
              </a:defRPr>
            </a:lvl4pPr>
            <a:lvl5pPr>
              <a:defRPr sz="1125" b="0">
                <a:solidFill>
                  <a:srgbClr val="A8BAC1"/>
                </a:solidFill>
              </a:defRPr>
            </a:lvl5pPr>
            <a:lvl6pPr>
              <a:defRPr sz="1125" b="0">
                <a:solidFill>
                  <a:srgbClr val="A8BAC1"/>
                </a:solidFill>
              </a:defRPr>
            </a:lvl6pPr>
            <a:lvl7pPr>
              <a:defRPr sz="1125" b="0">
                <a:solidFill>
                  <a:srgbClr val="A8BAC1"/>
                </a:solidFill>
              </a:defRPr>
            </a:lvl7pPr>
            <a:lvl8pPr>
              <a:defRPr sz="1125" b="0">
                <a:solidFill>
                  <a:srgbClr val="A8BAC1"/>
                </a:solidFill>
              </a:defRPr>
            </a:lvl8pPr>
            <a:lvl9pPr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Seed-42 shared 2,000-tile subset; 1,600 train pool / 400 test. The train pool is split 1,440 fit / 160 validation.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58F09C-5B1A-41D3-BB6D-A8C766CE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81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0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9333E7-14CA-489E-A5C8-151C71FA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0F61F9-633F-4823-BA63-99856CAE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10100"/>
            <a:ext cx="3038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EF4F5"/>
                </a:solidFill>
              </a:defRPr>
            </a:defPPr>
            <a:lvl1pPr>
              <a:defRPr sz="1350" b="1">
                <a:solidFill>
                  <a:srgbClr val="EEF4F5"/>
                </a:solidFill>
              </a:defRPr>
            </a:lvl1pPr>
            <a:lvl2pPr>
              <a:defRPr sz="1350" b="1">
                <a:solidFill>
                  <a:srgbClr val="EEF4F5"/>
                </a:solidFill>
              </a:defRPr>
            </a:lvl2pPr>
            <a:lvl3pPr>
              <a:defRPr sz="1350" b="1">
                <a:solidFill>
                  <a:srgbClr val="EEF4F5"/>
                </a:solidFill>
              </a:defRPr>
            </a:lvl3pPr>
            <a:lvl4pPr>
              <a:defRPr sz="1350" b="1">
                <a:solidFill>
                  <a:srgbClr val="EEF4F5"/>
                </a:solidFill>
              </a:defRPr>
            </a:lvl4pPr>
            <a:lvl5pPr>
              <a:defRPr sz="1350" b="1">
                <a:solidFill>
                  <a:srgbClr val="EEF4F5"/>
                </a:solidFill>
              </a:defRPr>
            </a:lvl5pPr>
            <a:lvl6pPr>
              <a:defRPr sz="1350" b="1">
                <a:solidFill>
                  <a:srgbClr val="EEF4F5"/>
                </a:solidFill>
              </a:defRPr>
            </a:lvl6pPr>
            <a:lvl7pPr>
              <a:defRPr sz="1350" b="1">
                <a:solidFill>
                  <a:srgbClr val="EEF4F5"/>
                </a:solidFill>
              </a:defRPr>
            </a:lvl7pPr>
            <a:lvl8pPr>
              <a:defRPr sz="1350" b="1">
                <a:solidFill>
                  <a:srgbClr val="EEF4F5"/>
                </a:solidFill>
              </a:defRPr>
            </a:lvl8pPr>
            <a:lvl9pPr>
              <a:defRPr sz="1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EF4F5"/>
                </a:solidFill>
              </a:defRPr>
            </a:pPr>
            <a:r>
              <a:rPr sz="1350" b="1">
                <a:solidFill>
                  <a:srgbClr val="EEF4F5"/>
                </a:solidFill>
              </a:rPr>
              <a:t>Two training runs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B3BEA3-28DA-4A46-BEE5-30613198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43475"/>
            <a:ext cx="30194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1"/>
                </a:solidFill>
              </a:defRPr>
            </a:defPPr>
            <a:lvl1pPr>
              <a:defRPr sz="1125" b="0">
                <a:solidFill>
                  <a:srgbClr val="A8BAC1"/>
                </a:solidFill>
              </a:defRPr>
            </a:lvl1pPr>
            <a:lvl2pPr>
              <a:defRPr sz="1125" b="0">
                <a:solidFill>
                  <a:srgbClr val="A8BAC1"/>
                </a:solidFill>
              </a:defRPr>
            </a:lvl2pPr>
            <a:lvl3pPr>
              <a:defRPr sz="1125" b="0">
                <a:solidFill>
                  <a:srgbClr val="A8BAC1"/>
                </a:solidFill>
              </a:defRPr>
            </a:lvl3pPr>
            <a:lvl4pPr>
              <a:defRPr sz="1125" b="0">
                <a:solidFill>
                  <a:srgbClr val="A8BAC1"/>
                </a:solidFill>
              </a:defRPr>
            </a:lvl4pPr>
            <a:lvl5pPr>
              <a:defRPr sz="1125" b="0">
                <a:solidFill>
                  <a:srgbClr val="A8BAC1"/>
                </a:solidFill>
              </a:defRPr>
            </a:lvl5pPr>
            <a:lvl6pPr>
              <a:defRPr sz="1125" b="0">
                <a:solidFill>
                  <a:srgbClr val="A8BAC1"/>
                </a:solidFill>
              </a:defRPr>
            </a:lvl6pPr>
            <a:lvl7pPr>
              <a:defRPr sz="1125" b="0">
                <a:solidFill>
                  <a:srgbClr val="A8BAC1"/>
                </a:solidFill>
              </a:defRPr>
            </a:lvl7pPr>
            <a:lvl8pPr>
              <a:defRPr sz="1125" b="0">
                <a:solidFill>
                  <a:srgbClr val="A8BAC1"/>
                </a:solidFill>
              </a:defRPr>
            </a:lvl8pPr>
            <a:lvl9pPr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Clean-only baseline and noise-augmented model; test with Gaussian, salt-and-pepper, and one RGB-channel dropout.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DD0030-F432-4D3B-826A-55613974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476750"/>
            <a:ext cx="3381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0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BA24FF-8635-4A00-AAA8-E6B9CF41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4767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5F37D0-6AD6-4D01-A41B-F7D6C58B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10100"/>
            <a:ext cx="3038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EF4F5"/>
                </a:solidFill>
              </a:defRPr>
            </a:defPPr>
            <a:lvl1pPr>
              <a:defRPr sz="1350" b="1">
                <a:solidFill>
                  <a:srgbClr val="EEF4F5"/>
                </a:solidFill>
              </a:defRPr>
            </a:lvl1pPr>
            <a:lvl2pPr>
              <a:defRPr sz="1350" b="1">
                <a:solidFill>
                  <a:srgbClr val="EEF4F5"/>
                </a:solidFill>
              </a:defRPr>
            </a:lvl2pPr>
            <a:lvl3pPr>
              <a:defRPr sz="1350" b="1">
                <a:solidFill>
                  <a:srgbClr val="EEF4F5"/>
                </a:solidFill>
              </a:defRPr>
            </a:lvl3pPr>
            <a:lvl4pPr>
              <a:defRPr sz="1350" b="1">
                <a:solidFill>
                  <a:srgbClr val="EEF4F5"/>
                </a:solidFill>
              </a:defRPr>
            </a:lvl4pPr>
            <a:lvl5pPr>
              <a:defRPr sz="1350" b="1">
                <a:solidFill>
                  <a:srgbClr val="EEF4F5"/>
                </a:solidFill>
              </a:defRPr>
            </a:lvl5pPr>
            <a:lvl6pPr>
              <a:defRPr sz="1350" b="1">
                <a:solidFill>
                  <a:srgbClr val="EEF4F5"/>
                </a:solidFill>
              </a:defRPr>
            </a:lvl6pPr>
            <a:lvl7pPr>
              <a:defRPr sz="1350" b="1">
                <a:solidFill>
                  <a:srgbClr val="EEF4F5"/>
                </a:solidFill>
              </a:defRPr>
            </a:lvl7pPr>
            <a:lvl8pPr>
              <a:defRPr sz="1350" b="1">
                <a:solidFill>
                  <a:srgbClr val="EEF4F5"/>
                </a:solidFill>
              </a:defRPr>
            </a:lvl8pPr>
            <a:lvl9pPr>
              <a:defRPr sz="1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EF4F5"/>
                </a:solidFill>
              </a:defRPr>
            </a:pPr>
            <a:r>
              <a:rPr sz="1350" b="1">
                <a:solidFill>
                  <a:srgbClr val="EEF4F5"/>
                </a:solidFill>
              </a:rPr>
              <a:t>Reported measures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7A1619-CA74-41F5-8159-BE89A05C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943475"/>
            <a:ext cx="30194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1"/>
                </a:solidFill>
              </a:defRPr>
            </a:defPPr>
            <a:lvl1pPr>
              <a:defRPr sz="1125" b="0">
                <a:solidFill>
                  <a:srgbClr val="A8BAC1"/>
                </a:solidFill>
              </a:defRPr>
            </a:lvl1pPr>
            <a:lvl2pPr>
              <a:defRPr sz="1125" b="0">
                <a:solidFill>
                  <a:srgbClr val="A8BAC1"/>
                </a:solidFill>
              </a:defRPr>
            </a:lvl2pPr>
            <a:lvl3pPr>
              <a:defRPr sz="1125" b="0">
                <a:solidFill>
                  <a:srgbClr val="A8BAC1"/>
                </a:solidFill>
              </a:defRPr>
            </a:lvl3pPr>
            <a:lvl4pPr>
              <a:defRPr sz="1125" b="0">
                <a:solidFill>
                  <a:srgbClr val="A8BAC1"/>
                </a:solidFill>
              </a:defRPr>
            </a:lvl4pPr>
            <a:lvl5pPr>
              <a:defRPr sz="1125" b="0">
                <a:solidFill>
                  <a:srgbClr val="A8BAC1"/>
                </a:solidFill>
              </a:defRPr>
            </a:lvl5pPr>
            <a:lvl6pPr>
              <a:defRPr sz="1125" b="0">
                <a:solidFill>
                  <a:srgbClr val="A8BAC1"/>
                </a:solidFill>
              </a:defRPr>
            </a:lvl6pPr>
            <a:lvl7pPr>
              <a:defRPr sz="1125" b="0">
                <a:solidFill>
                  <a:srgbClr val="A8BAC1"/>
                </a:solidFill>
              </a:defRPr>
            </a:lvl7pPr>
            <a:lvl8pPr>
              <a:defRPr sz="1125" b="0">
                <a:solidFill>
                  <a:srgbClr val="A8BAC1"/>
                </a:solidFill>
              </a:defRPr>
            </a:lvl8pPr>
            <a:lvl9pPr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Macro-F1, accuracy, per-class F1, corruption-related F1 drop, TorchScript size, and CPU latency.</a:t>
            </a:r>
          </a:p>
        </p:txBody>
      </p:sp>
    </p:spTree>
    <p:extLst>
      <p:ext uri="{BB962C8B-B14F-4D97-AF65-F5344CB8AC3E}">
        <p14:creationId xmlns:p14="http://schemas.microsoft.com/office/powerpoint/2010/main" val="12498357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ED48E0-DE6A-4546-A528-936F48C0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794B3-8C2D-445F-A1EE-FCAA6CAF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A8BAC1"/>
                </a:solidFill>
              </a:defRPr>
            </a:defPPr>
            <a:lvl1pPr>
              <a:defRPr sz="975" b="1">
                <a:solidFill>
                  <a:srgbClr val="A8BAC1"/>
                </a:solidFill>
              </a:defRPr>
            </a:lvl1pPr>
            <a:lvl2pPr>
              <a:defRPr sz="975" b="1">
                <a:solidFill>
                  <a:srgbClr val="A8BAC1"/>
                </a:solidFill>
              </a:defRPr>
            </a:lvl2pPr>
            <a:lvl3pPr>
              <a:defRPr sz="975" b="1">
                <a:solidFill>
                  <a:srgbClr val="A8BAC1"/>
                </a:solidFill>
              </a:defRPr>
            </a:lvl3pPr>
            <a:lvl4pPr>
              <a:defRPr sz="975" b="1">
                <a:solidFill>
                  <a:srgbClr val="A8BAC1"/>
                </a:solidFill>
              </a:defRPr>
            </a:lvl4pPr>
            <a:lvl5pPr>
              <a:defRPr sz="975" b="1">
                <a:solidFill>
                  <a:srgbClr val="A8BAC1"/>
                </a:solidFill>
              </a:defRPr>
            </a:lvl5pPr>
            <a:lvl6pPr>
              <a:defRPr sz="975" b="1">
                <a:solidFill>
                  <a:srgbClr val="A8BAC1"/>
                </a:solidFill>
              </a:defRPr>
            </a:lvl6pPr>
            <a:lvl7pPr>
              <a:defRPr sz="975" b="1">
                <a:solidFill>
                  <a:srgbClr val="A8BAC1"/>
                </a:solidFill>
              </a:defRPr>
            </a:lvl7pPr>
            <a:lvl8pPr>
              <a:defRPr sz="975" b="1">
                <a:solidFill>
                  <a:srgbClr val="A8BAC1"/>
                </a:solidFill>
              </a:defRPr>
            </a:lvl8pPr>
            <a:lvl9pPr>
              <a:defRPr sz="975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8BAC1"/>
                </a:solidFill>
              </a:defRPr>
            </a:pPr>
            <a:r>
              <a:rPr sz="975" b="1">
                <a:solidFill>
                  <a:srgbClr val="A8BAC1"/>
                </a:solidFill>
              </a:rPr>
              <a:t>EDGESAT AI  /  TRACK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D2847-B936-4C83-8BF1-52EA5A9A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8BAC1"/>
                </a:solidFill>
              </a:defRPr>
            </a:defPPr>
            <a:lvl1pPr algn="r">
              <a:defRPr sz="900" b="1">
                <a:solidFill>
                  <a:srgbClr val="A8BAC1"/>
                </a:solidFill>
              </a:defRPr>
            </a:lvl1pPr>
            <a:lvl2pPr algn="r">
              <a:defRPr sz="900" b="1">
                <a:solidFill>
                  <a:srgbClr val="A8BAC1"/>
                </a:solidFill>
              </a:defRPr>
            </a:lvl2pPr>
            <a:lvl3pPr algn="r">
              <a:defRPr sz="900" b="1">
                <a:solidFill>
                  <a:srgbClr val="A8BAC1"/>
                </a:solidFill>
              </a:defRPr>
            </a:lvl3pPr>
            <a:lvl4pPr algn="r">
              <a:defRPr sz="900" b="1">
                <a:solidFill>
                  <a:srgbClr val="A8BAC1"/>
                </a:solidFill>
              </a:defRPr>
            </a:lvl4pPr>
            <a:lvl5pPr algn="r">
              <a:defRPr sz="900" b="1">
                <a:solidFill>
                  <a:srgbClr val="A8BAC1"/>
                </a:solidFill>
              </a:defRPr>
            </a:lvl5pPr>
            <a:lvl6pPr algn="r">
              <a:defRPr sz="900" b="1">
                <a:solidFill>
                  <a:srgbClr val="A8BAC1"/>
                </a:solidFill>
              </a:defRPr>
            </a:lvl6pPr>
            <a:lvl7pPr algn="r">
              <a:defRPr sz="900" b="1">
                <a:solidFill>
                  <a:srgbClr val="A8BAC1"/>
                </a:solidFill>
              </a:defRPr>
            </a:lvl7pPr>
            <a:lvl8pPr algn="r">
              <a:defRPr sz="900" b="1">
                <a:solidFill>
                  <a:srgbClr val="A8BAC1"/>
                </a:solidFill>
              </a:defRPr>
            </a:lvl8pPr>
            <a:lvl9pPr algn="r">
              <a:defRPr sz="900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8BAC1"/>
                </a:solidFill>
              </a:defRPr>
            </a:pPr>
            <a:r>
              <a:rPr sz="900" b="1">
                <a:solidFill>
                  <a:srgbClr val="A8BAC1"/>
                </a:solidFill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55587-AC68-44F1-A6A8-BD60EBE5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6823B-CA5B-4E24-96FF-DEBECAC7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EF4F5"/>
                </a:solidFill>
              </a:defRPr>
            </a:defPPr>
            <a:lvl1pPr>
              <a:defRPr sz="2400" b="1">
                <a:solidFill>
                  <a:srgbClr val="EEF4F5"/>
                </a:solidFill>
              </a:defRPr>
            </a:lvl1pPr>
            <a:lvl2pPr>
              <a:defRPr sz="2400" b="1">
                <a:solidFill>
                  <a:srgbClr val="EEF4F5"/>
                </a:solidFill>
              </a:defRPr>
            </a:lvl2pPr>
            <a:lvl3pPr>
              <a:defRPr sz="2400" b="1">
                <a:solidFill>
                  <a:srgbClr val="EEF4F5"/>
                </a:solidFill>
              </a:defRPr>
            </a:lvl3pPr>
            <a:lvl4pPr>
              <a:defRPr sz="2400" b="1">
                <a:solidFill>
                  <a:srgbClr val="EEF4F5"/>
                </a:solidFill>
              </a:defRPr>
            </a:lvl4pPr>
            <a:lvl5pPr>
              <a:defRPr sz="2400" b="1">
                <a:solidFill>
                  <a:srgbClr val="EEF4F5"/>
                </a:solidFill>
              </a:defRPr>
            </a:lvl5pPr>
            <a:lvl6pPr>
              <a:defRPr sz="2400" b="1">
                <a:solidFill>
                  <a:srgbClr val="EEF4F5"/>
                </a:solidFill>
              </a:defRPr>
            </a:lvl6pPr>
            <a:lvl7pPr>
              <a:defRPr sz="2400" b="1">
                <a:solidFill>
                  <a:srgbClr val="EEF4F5"/>
                </a:solidFill>
              </a:defRPr>
            </a:lvl7pPr>
            <a:lvl8pPr>
              <a:defRPr sz="2400" b="1">
                <a:solidFill>
                  <a:srgbClr val="EEF4F5"/>
                </a:solidFill>
              </a:defRPr>
            </a:lvl8pPr>
            <a:lvl9pPr>
              <a:defRPr sz="240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EF4F5"/>
                </a:solidFill>
              </a:defRPr>
            </a:pPr>
            <a:r>
              <a:rPr sz="2400" b="1">
                <a:solidFill>
                  <a:srgbClr val="EEF4F5"/>
                </a:solidFill>
              </a:rPr>
              <a:t>Small and fast; accuracy targets remain open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794D7-769C-48DA-9E4C-1BAC0781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1"/>
                </a:solidFill>
              </a:defRPr>
            </a:defPPr>
            <a:lvl1pPr>
              <a:defRPr sz="1200" b="0">
                <a:solidFill>
                  <a:srgbClr val="A8BAC1"/>
                </a:solidFill>
              </a:defRPr>
            </a:lvl1pPr>
            <a:lvl2pPr>
              <a:defRPr sz="1200" b="0">
                <a:solidFill>
                  <a:srgbClr val="A8BAC1"/>
                </a:solidFill>
              </a:defRPr>
            </a:lvl2pPr>
            <a:lvl3pPr>
              <a:defRPr sz="1200" b="0">
                <a:solidFill>
                  <a:srgbClr val="A8BAC1"/>
                </a:solidFill>
              </a:defRPr>
            </a:lvl3pPr>
            <a:lvl4pPr>
              <a:defRPr sz="1200" b="0">
                <a:solidFill>
                  <a:srgbClr val="A8BAC1"/>
                </a:solidFill>
              </a:defRPr>
            </a:lvl4pPr>
            <a:lvl5pPr>
              <a:defRPr sz="1200" b="0">
                <a:solidFill>
                  <a:srgbClr val="A8BAC1"/>
                </a:solidFill>
              </a:defRPr>
            </a:lvl5pPr>
            <a:lvl6pPr>
              <a:defRPr sz="1200" b="0">
                <a:solidFill>
                  <a:srgbClr val="A8BAC1"/>
                </a:solidFill>
              </a:defRPr>
            </a:lvl6pPr>
            <a:lvl7pPr>
              <a:defRPr sz="1200" b="0">
                <a:solidFill>
                  <a:srgbClr val="A8BAC1"/>
                </a:solidFill>
              </a:defRPr>
            </a:lvl7pPr>
            <a:lvl8pPr>
              <a:defRPr sz="1200" b="0">
                <a:solidFill>
                  <a:srgbClr val="A8BAC1"/>
                </a:solidFill>
              </a:defRPr>
            </a:lvl8pPr>
            <a:lvl9pPr>
              <a:defRPr sz="1200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1"/>
                </a:solidFill>
              </a:defRPr>
            </a:pPr>
            <a:r>
              <a:rPr sz="1200" b="0">
                <a:solidFill>
                  <a:srgbClr val="A8BAC1"/>
                </a:solidFill>
              </a:rPr>
              <a:t>Held-out test results from the 80/20 split. Numeric thresholds are team goals; F1 drop is clean minus noisy macro-F1.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EBA95-3110-4222-9CE5-569C4D3C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F7CDE-FCB9-4F1A-BD12-A9A63770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0">
                <a:solidFill>
                  <a:srgbClr val="A8BAC1"/>
                </a:solidFill>
              </a:defRPr>
            </a:defPPr>
            <a:lvl1pPr>
              <a:defRPr sz="750" b="0">
                <a:solidFill>
                  <a:srgbClr val="A8BAC1"/>
                </a:solidFill>
              </a:defRPr>
            </a:lvl1pPr>
            <a:lvl2pPr>
              <a:defRPr sz="750" b="0">
                <a:solidFill>
                  <a:srgbClr val="A8BAC1"/>
                </a:solidFill>
              </a:defRPr>
            </a:lvl2pPr>
            <a:lvl3pPr>
              <a:defRPr sz="750" b="0">
                <a:solidFill>
                  <a:srgbClr val="A8BAC1"/>
                </a:solidFill>
              </a:defRPr>
            </a:lvl3pPr>
            <a:lvl4pPr>
              <a:defRPr sz="750" b="0">
                <a:solidFill>
                  <a:srgbClr val="A8BAC1"/>
                </a:solidFill>
              </a:defRPr>
            </a:lvl4pPr>
            <a:lvl5pPr>
              <a:defRPr sz="750" b="0">
                <a:solidFill>
                  <a:srgbClr val="A8BAC1"/>
                </a:solidFill>
              </a:defRPr>
            </a:lvl5pPr>
            <a:lvl6pPr>
              <a:defRPr sz="750" b="0">
                <a:solidFill>
                  <a:srgbClr val="A8BAC1"/>
                </a:solidFill>
              </a:defRPr>
            </a:lvl6pPr>
            <a:lvl7pPr>
              <a:defRPr sz="750" b="0">
                <a:solidFill>
                  <a:srgbClr val="A8BAC1"/>
                </a:solidFill>
              </a:defRPr>
            </a:lvl7pPr>
            <a:lvl8pPr>
              <a:defRPr sz="750" b="0">
                <a:solidFill>
                  <a:srgbClr val="A8BAC1"/>
                </a:solidFill>
              </a:defRPr>
            </a:lvl8pPr>
            <a:lvl9pPr>
              <a:defRPr sz="750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8BAC1"/>
                </a:solidFill>
              </a:defRPr>
            </a:pPr>
            <a:r>
              <a:rPr sz="750" b="0">
                <a:solidFill>
                  <a:srgbClr val="A8BAC1"/>
                </a:solidFill>
              </a:rPr>
              <a:t>SSG × RESEARCH CLUB HACKATHON  •  EURO-SAT  •  MEASURED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6A0D8-B87B-451A-B41A-A82060BA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A8BAC1"/>
                </a:solidFill>
              </a:defRPr>
            </a:defPPr>
            <a:lvl1pPr algn="r">
              <a:defRPr sz="750" b="1">
                <a:solidFill>
                  <a:srgbClr val="A8BAC1"/>
                </a:solidFill>
              </a:defRPr>
            </a:lvl1pPr>
            <a:lvl2pPr algn="r">
              <a:defRPr sz="750" b="1">
                <a:solidFill>
                  <a:srgbClr val="A8BAC1"/>
                </a:solidFill>
              </a:defRPr>
            </a:lvl2pPr>
            <a:lvl3pPr algn="r">
              <a:defRPr sz="750" b="1">
                <a:solidFill>
                  <a:srgbClr val="A8BAC1"/>
                </a:solidFill>
              </a:defRPr>
            </a:lvl3pPr>
            <a:lvl4pPr algn="r">
              <a:defRPr sz="750" b="1">
                <a:solidFill>
                  <a:srgbClr val="A8BAC1"/>
                </a:solidFill>
              </a:defRPr>
            </a:lvl4pPr>
            <a:lvl5pPr algn="r">
              <a:defRPr sz="750" b="1">
                <a:solidFill>
                  <a:srgbClr val="A8BAC1"/>
                </a:solidFill>
              </a:defRPr>
            </a:lvl5pPr>
            <a:lvl6pPr algn="r">
              <a:defRPr sz="750" b="1">
                <a:solidFill>
                  <a:srgbClr val="A8BAC1"/>
                </a:solidFill>
              </a:defRPr>
            </a:lvl6pPr>
            <a:lvl7pPr algn="r">
              <a:defRPr sz="750" b="1">
                <a:solidFill>
                  <a:srgbClr val="A8BAC1"/>
                </a:solidFill>
              </a:defRPr>
            </a:lvl7pPr>
            <a:lvl8pPr algn="r">
              <a:defRPr sz="750" b="1">
                <a:solidFill>
                  <a:srgbClr val="A8BAC1"/>
                </a:solidFill>
              </a:defRPr>
            </a:lvl8pPr>
            <a:lvl9pPr algn="r">
              <a:defRPr sz="750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A8BAC1"/>
                </a:solidFill>
              </a:defRPr>
            </a:pPr>
            <a:r>
              <a:rPr sz="750" b="1">
                <a:solidFill>
                  <a:srgbClr val="A8BAC1"/>
                </a:solidFill>
              </a:rPr>
              <a:t>04 /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1FC24-17AF-43B4-BA80-D611704E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352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EA32E-4E11-4A42-89A7-3C5A6574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EEF4F5"/>
                </a:solidFill>
              </a:defRPr>
            </a:defPPr>
            <a:lvl1pPr algn="l">
              <a:defRPr sz="1050" b="1">
                <a:solidFill>
                  <a:srgbClr val="EEF4F5"/>
                </a:solidFill>
              </a:defRPr>
            </a:lvl1pPr>
            <a:lvl2pPr algn="l">
              <a:defRPr sz="1050" b="1">
                <a:solidFill>
                  <a:srgbClr val="EEF4F5"/>
                </a:solidFill>
              </a:defRPr>
            </a:lvl2pPr>
            <a:lvl3pPr algn="l">
              <a:defRPr sz="1050" b="1">
                <a:solidFill>
                  <a:srgbClr val="EEF4F5"/>
                </a:solidFill>
              </a:defRPr>
            </a:lvl3pPr>
            <a:lvl4pPr algn="l">
              <a:defRPr sz="1050" b="1">
                <a:solidFill>
                  <a:srgbClr val="EEF4F5"/>
                </a:solidFill>
              </a:defRPr>
            </a:lvl4pPr>
            <a:lvl5pPr algn="l">
              <a:defRPr sz="1050" b="1">
                <a:solidFill>
                  <a:srgbClr val="EEF4F5"/>
                </a:solidFill>
              </a:defRPr>
            </a:lvl5pPr>
            <a:lvl6pPr algn="l">
              <a:defRPr sz="1050" b="1">
                <a:solidFill>
                  <a:srgbClr val="EEF4F5"/>
                </a:solidFill>
              </a:defRPr>
            </a:lvl6pPr>
            <a:lvl7pPr algn="l">
              <a:defRPr sz="1050" b="1">
                <a:solidFill>
                  <a:srgbClr val="EEF4F5"/>
                </a:solidFill>
              </a:defRPr>
            </a:lvl7pPr>
            <a:lvl8pPr algn="l">
              <a:defRPr sz="1050" b="1">
                <a:solidFill>
                  <a:srgbClr val="EEF4F5"/>
                </a:solidFill>
              </a:defRPr>
            </a:lvl8pPr>
            <a:lvl9pPr algn="l">
              <a:defRPr sz="10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EEF4F5"/>
                </a:solidFill>
              </a:defRPr>
            </a:pPr>
            <a:r>
              <a:rPr sz="1050" b="1">
                <a:solidFill>
                  <a:srgbClr val="EEF4F5"/>
                </a:solidFill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514EC-AA0D-4281-97A6-D237789D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1455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DE96E-000F-4FA0-811B-1E3D2C03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6217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EEF4F5"/>
                </a:solidFill>
              </a:defRPr>
            </a:defPPr>
            <a:lvl1pPr algn="ctr">
              <a:defRPr sz="1050" b="1">
                <a:solidFill>
                  <a:srgbClr val="EEF4F5"/>
                </a:solidFill>
              </a:defRPr>
            </a:lvl1pPr>
            <a:lvl2pPr algn="ctr">
              <a:defRPr sz="1050" b="1">
                <a:solidFill>
                  <a:srgbClr val="EEF4F5"/>
                </a:solidFill>
              </a:defRPr>
            </a:lvl2pPr>
            <a:lvl3pPr algn="ctr">
              <a:defRPr sz="1050" b="1">
                <a:solidFill>
                  <a:srgbClr val="EEF4F5"/>
                </a:solidFill>
              </a:defRPr>
            </a:lvl3pPr>
            <a:lvl4pPr algn="ctr">
              <a:defRPr sz="1050" b="1">
                <a:solidFill>
                  <a:srgbClr val="EEF4F5"/>
                </a:solidFill>
              </a:defRPr>
            </a:lvl4pPr>
            <a:lvl5pPr algn="ctr">
              <a:defRPr sz="1050" b="1">
                <a:solidFill>
                  <a:srgbClr val="EEF4F5"/>
                </a:solidFill>
              </a:defRPr>
            </a:lvl5pPr>
            <a:lvl6pPr algn="ctr">
              <a:defRPr sz="1050" b="1">
                <a:solidFill>
                  <a:srgbClr val="EEF4F5"/>
                </a:solidFill>
              </a:defRPr>
            </a:lvl6pPr>
            <a:lvl7pPr algn="ctr">
              <a:defRPr sz="1050" b="1">
                <a:solidFill>
                  <a:srgbClr val="EEF4F5"/>
                </a:solidFill>
              </a:defRPr>
            </a:lvl7pPr>
            <a:lvl8pPr algn="ctr">
              <a:defRPr sz="1050" b="1">
                <a:solidFill>
                  <a:srgbClr val="EEF4F5"/>
                </a:solidFill>
              </a:defRPr>
            </a:lvl8pPr>
            <a:lvl9pPr algn="ctr">
              <a:defRPr sz="10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EEF4F5"/>
                </a:solidFill>
              </a:defRPr>
            </a:pPr>
            <a:r>
              <a:rPr sz="1050" b="1">
                <a:solidFill>
                  <a:srgbClr val="EEF4F5"/>
                </a:solidFill>
              </a:rPr>
              <a:t>Clean-only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5D23D-8FE5-4F9F-B0A0-6490F3F3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A376E-C5AD-4B57-8957-24FEAD05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6217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EEF4F5"/>
                </a:solidFill>
              </a:defRPr>
            </a:defPPr>
            <a:lvl1pPr algn="ctr">
              <a:defRPr sz="1050" b="1">
                <a:solidFill>
                  <a:srgbClr val="EEF4F5"/>
                </a:solidFill>
              </a:defRPr>
            </a:lvl1pPr>
            <a:lvl2pPr algn="ctr">
              <a:defRPr sz="1050" b="1">
                <a:solidFill>
                  <a:srgbClr val="EEF4F5"/>
                </a:solidFill>
              </a:defRPr>
            </a:lvl2pPr>
            <a:lvl3pPr algn="ctr">
              <a:defRPr sz="1050" b="1">
                <a:solidFill>
                  <a:srgbClr val="EEF4F5"/>
                </a:solidFill>
              </a:defRPr>
            </a:lvl3pPr>
            <a:lvl4pPr algn="ctr">
              <a:defRPr sz="1050" b="1">
                <a:solidFill>
                  <a:srgbClr val="EEF4F5"/>
                </a:solidFill>
              </a:defRPr>
            </a:lvl4pPr>
            <a:lvl5pPr algn="ctr">
              <a:defRPr sz="1050" b="1">
                <a:solidFill>
                  <a:srgbClr val="EEF4F5"/>
                </a:solidFill>
              </a:defRPr>
            </a:lvl5pPr>
            <a:lvl6pPr algn="ctr">
              <a:defRPr sz="1050" b="1">
                <a:solidFill>
                  <a:srgbClr val="EEF4F5"/>
                </a:solidFill>
              </a:defRPr>
            </a:lvl6pPr>
            <a:lvl7pPr algn="ctr">
              <a:defRPr sz="1050" b="1">
                <a:solidFill>
                  <a:srgbClr val="EEF4F5"/>
                </a:solidFill>
              </a:defRPr>
            </a:lvl7pPr>
            <a:lvl8pPr algn="ctr">
              <a:defRPr sz="1050" b="1">
                <a:solidFill>
                  <a:srgbClr val="EEF4F5"/>
                </a:solidFill>
              </a:defRPr>
            </a:lvl8pPr>
            <a:lvl9pPr algn="ctr">
              <a:defRPr sz="10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EEF4F5"/>
                </a:solidFill>
              </a:defRPr>
            </a:pPr>
            <a:r>
              <a:rPr sz="1050" b="1">
                <a:solidFill>
                  <a:srgbClr val="EEF4F5"/>
                </a:solidFill>
              </a:rPr>
              <a:t>Noise-trained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B0EE5-AC99-49E6-961C-1AB25E3B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524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A2DBC-EC66-4713-9D2B-02704FCD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62175"/>
            <a:ext cx="2295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EEF4F5"/>
                </a:solidFill>
              </a:defRPr>
            </a:defPPr>
            <a:lvl1pPr algn="ctr">
              <a:defRPr sz="1050" b="1">
                <a:solidFill>
                  <a:srgbClr val="EEF4F5"/>
                </a:solidFill>
              </a:defRPr>
            </a:lvl1pPr>
            <a:lvl2pPr algn="ctr">
              <a:defRPr sz="1050" b="1">
                <a:solidFill>
                  <a:srgbClr val="EEF4F5"/>
                </a:solidFill>
              </a:defRPr>
            </a:lvl2pPr>
            <a:lvl3pPr algn="ctr">
              <a:defRPr sz="1050" b="1">
                <a:solidFill>
                  <a:srgbClr val="EEF4F5"/>
                </a:solidFill>
              </a:defRPr>
            </a:lvl3pPr>
            <a:lvl4pPr algn="ctr">
              <a:defRPr sz="1050" b="1">
                <a:solidFill>
                  <a:srgbClr val="EEF4F5"/>
                </a:solidFill>
              </a:defRPr>
            </a:lvl4pPr>
            <a:lvl5pPr algn="ctr">
              <a:defRPr sz="1050" b="1">
                <a:solidFill>
                  <a:srgbClr val="EEF4F5"/>
                </a:solidFill>
              </a:defRPr>
            </a:lvl5pPr>
            <a:lvl6pPr algn="ctr">
              <a:defRPr sz="1050" b="1">
                <a:solidFill>
                  <a:srgbClr val="EEF4F5"/>
                </a:solidFill>
              </a:defRPr>
            </a:lvl6pPr>
            <a:lvl7pPr algn="ctr">
              <a:defRPr sz="1050" b="1">
                <a:solidFill>
                  <a:srgbClr val="EEF4F5"/>
                </a:solidFill>
              </a:defRPr>
            </a:lvl7pPr>
            <a:lvl8pPr algn="ctr">
              <a:defRPr sz="1050" b="1">
                <a:solidFill>
                  <a:srgbClr val="EEF4F5"/>
                </a:solidFill>
              </a:defRPr>
            </a:lvl8pPr>
            <a:lvl9pPr algn="ctr">
              <a:defRPr sz="10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EEF4F5"/>
                </a:solidFill>
              </a:defRPr>
            </a:pPr>
            <a:r>
              <a:rPr sz="1050" b="1">
                <a:solidFill>
                  <a:srgbClr val="EEF4F5"/>
                </a:solidFill>
              </a:rPr>
              <a:t>Project goal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B2A65-1B58-4DF5-9D20-54129953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24125"/>
            <a:ext cx="3524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BA0E5-4B9D-4209-A057-B2A64D57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329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EEF4F5"/>
                </a:solidFill>
              </a:defRPr>
            </a:defPPr>
            <a:lvl1pPr algn="l">
              <a:defRPr sz="1050" b="1">
                <a:solidFill>
                  <a:srgbClr val="EEF4F5"/>
                </a:solidFill>
              </a:defRPr>
            </a:lvl1pPr>
            <a:lvl2pPr algn="l">
              <a:defRPr sz="1050" b="1">
                <a:solidFill>
                  <a:srgbClr val="EEF4F5"/>
                </a:solidFill>
              </a:defRPr>
            </a:lvl2pPr>
            <a:lvl3pPr algn="l">
              <a:defRPr sz="1050" b="1">
                <a:solidFill>
                  <a:srgbClr val="EEF4F5"/>
                </a:solidFill>
              </a:defRPr>
            </a:lvl3pPr>
            <a:lvl4pPr algn="l">
              <a:defRPr sz="1050" b="1">
                <a:solidFill>
                  <a:srgbClr val="EEF4F5"/>
                </a:solidFill>
              </a:defRPr>
            </a:lvl4pPr>
            <a:lvl5pPr algn="l">
              <a:defRPr sz="1050" b="1">
                <a:solidFill>
                  <a:srgbClr val="EEF4F5"/>
                </a:solidFill>
              </a:defRPr>
            </a:lvl5pPr>
            <a:lvl6pPr algn="l">
              <a:defRPr sz="1050" b="1">
                <a:solidFill>
                  <a:srgbClr val="EEF4F5"/>
                </a:solidFill>
              </a:defRPr>
            </a:lvl6pPr>
            <a:lvl7pPr algn="l">
              <a:defRPr sz="1050" b="1">
                <a:solidFill>
                  <a:srgbClr val="EEF4F5"/>
                </a:solidFill>
              </a:defRPr>
            </a:lvl7pPr>
            <a:lvl8pPr algn="l">
              <a:defRPr sz="1050" b="1">
                <a:solidFill>
                  <a:srgbClr val="EEF4F5"/>
                </a:solidFill>
              </a:defRPr>
            </a:lvl8pPr>
            <a:lvl9pPr algn="l">
              <a:defRPr sz="10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EEF4F5"/>
                </a:solidFill>
              </a:defRPr>
            </a:pPr>
            <a:r>
              <a:rPr sz="1050" b="1">
                <a:solidFill>
                  <a:srgbClr val="EEF4F5"/>
                </a:solidFill>
              </a:rPr>
              <a:t>Clean macro-F1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8C1EF-2EF9-4551-B20B-E5F7F633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2412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8E714-20B9-47E6-8A19-8474B304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8127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EEF4F5"/>
                </a:solidFill>
              </a:defRPr>
            </a:defPPr>
            <a:lvl1pPr algn="ctr">
              <a:defRPr sz="1125" b="0">
                <a:solidFill>
                  <a:srgbClr val="EEF4F5"/>
                </a:solidFill>
              </a:defRPr>
            </a:lvl1pPr>
            <a:lvl2pPr algn="ctr">
              <a:defRPr sz="1125" b="0">
                <a:solidFill>
                  <a:srgbClr val="EEF4F5"/>
                </a:solidFill>
              </a:defRPr>
            </a:lvl2pPr>
            <a:lvl3pPr algn="ctr">
              <a:defRPr sz="1125" b="0">
                <a:solidFill>
                  <a:srgbClr val="EEF4F5"/>
                </a:solidFill>
              </a:defRPr>
            </a:lvl3pPr>
            <a:lvl4pPr algn="ctr">
              <a:defRPr sz="1125" b="0">
                <a:solidFill>
                  <a:srgbClr val="EEF4F5"/>
                </a:solidFill>
              </a:defRPr>
            </a:lvl4pPr>
            <a:lvl5pPr algn="ctr">
              <a:defRPr sz="1125" b="0">
                <a:solidFill>
                  <a:srgbClr val="EEF4F5"/>
                </a:solidFill>
              </a:defRPr>
            </a:lvl5pPr>
            <a:lvl6pPr algn="ctr">
              <a:defRPr sz="1125" b="0">
                <a:solidFill>
                  <a:srgbClr val="EEF4F5"/>
                </a:solidFill>
              </a:defRPr>
            </a:lvl6pPr>
            <a:lvl7pPr algn="ctr">
              <a:defRPr sz="1125" b="0">
                <a:solidFill>
                  <a:srgbClr val="EEF4F5"/>
                </a:solidFill>
              </a:defRPr>
            </a:lvl7pPr>
            <a:lvl8pPr algn="ctr">
              <a:defRPr sz="1125" b="0">
                <a:solidFill>
                  <a:srgbClr val="EEF4F5"/>
                </a:solidFill>
              </a:defRPr>
            </a:lvl8pPr>
            <a:lvl9pPr algn="ctr">
              <a:defRPr sz="1125" b="0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EF4F5"/>
                </a:solidFill>
              </a:defRPr>
            </a:pPr>
            <a:r>
              <a:rPr sz="1125" b="0">
                <a:solidFill>
                  <a:srgbClr val="EEF4F5"/>
                </a:solidFill>
              </a:rPr>
              <a:t>82.09%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8BBF24-5E91-45BE-A4D8-C3340DB6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A6F763-9079-4EED-ADBC-49A7DA18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8127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EEF4F5"/>
                </a:solidFill>
              </a:defRPr>
            </a:defPPr>
            <a:lvl1pPr algn="ctr">
              <a:defRPr sz="1125" b="0">
                <a:solidFill>
                  <a:srgbClr val="EEF4F5"/>
                </a:solidFill>
              </a:defRPr>
            </a:lvl1pPr>
            <a:lvl2pPr algn="ctr">
              <a:defRPr sz="1125" b="0">
                <a:solidFill>
                  <a:srgbClr val="EEF4F5"/>
                </a:solidFill>
              </a:defRPr>
            </a:lvl2pPr>
            <a:lvl3pPr algn="ctr">
              <a:defRPr sz="1125" b="0">
                <a:solidFill>
                  <a:srgbClr val="EEF4F5"/>
                </a:solidFill>
              </a:defRPr>
            </a:lvl3pPr>
            <a:lvl4pPr algn="ctr">
              <a:defRPr sz="1125" b="0">
                <a:solidFill>
                  <a:srgbClr val="EEF4F5"/>
                </a:solidFill>
              </a:defRPr>
            </a:lvl4pPr>
            <a:lvl5pPr algn="ctr">
              <a:defRPr sz="1125" b="0">
                <a:solidFill>
                  <a:srgbClr val="EEF4F5"/>
                </a:solidFill>
              </a:defRPr>
            </a:lvl5pPr>
            <a:lvl6pPr algn="ctr">
              <a:defRPr sz="1125" b="0">
                <a:solidFill>
                  <a:srgbClr val="EEF4F5"/>
                </a:solidFill>
              </a:defRPr>
            </a:lvl6pPr>
            <a:lvl7pPr algn="ctr">
              <a:defRPr sz="1125" b="0">
                <a:solidFill>
                  <a:srgbClr val="EEF4F5"/>
                </a:solidFill>
              </a:defRPr>
            </a:lvl7pPr>
            <a:lvl8pPr algn="ctr">
              <a:defRPr sz="1125" b="0">
                <a:solidFill>
                  <a:srgbClr val="EEF4F5"/>
                </a:solidFill>
              </a:defRPr>
            </a:lvl8pPr>
            <a:lvl9pPr algn="ctr">
              <a:defRPr sz="1125" b="0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EF4F5"/>
                </a:solidFill>
              </a:defRPr>
            </a:pPr>
            <a:r>
              <a:rPr sz="1125" b="0">
                <a:solidFill>
                  <a:srgbClr val="EEF4F5"/>
                </a:solidFill>
              </a:rPr>
              <a:t>77.05%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3C616-999C-4F1A-AC36-33DD35A3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24125"/>
            <a:ext cx="2524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9418EA-8A9E-4CA7-855B-DEE12BCD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812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FFB86B"/>
                </a:solidFill>
              </a:defRPr>
            </a:defPPr>
            <a:lvl1pPr algn="ctr">
              <a:defRPr sz="1125" b="0">
                <a:solidFill>
                  <a:srgbClr val="FFB86B"/>
                </a:solidFill>
              </a:defRPr>
            </a:lvl1pPr>
            <a:lvl2pPr algn="ctr">
              <a:defRPr sz="1125" b="0">
                <a:solidFill>
                  <a:srgbClr val="FFB86B"/>
                </a:solidFill>
              </a:defRPr>
            </a:lvl2pPr>
            <a:lvl3pPr algn="ctr">
              <a:defRPr sz="1125" b="0">
                <a:solidFill>
                  <a:srgbClr val="FFB86B"/>
                </a:solidFill>
              </a:defRPr>
            </a:lvl3pPr>
            <a:lvl4pPr algn="ctr">
              <a:defRPr sz="1125" b="0">
                <a:solidFill>
                  <a:srgbClr val="FFB86B"/>
                </a:solidFill>
              </a:defRPr>
            </a:lvl4pPr>
            <a:lvl5pPr algn="ctr">
              <a:defRPr sz="1125" b="0">
                <a:solidFill>
                  <a:srgbClr val="FFB86B"/>
                </a:solidFill>
              </a:defRPr>
            </a:lvl5pPr>
            <a:lvl6pPr algn="ctr">
              <a:defRPr sz="1125" b="0">
                <a:solidFill>
                  <a:srgbClr val="FFB86B"/>
                </a:solidFill>
              </a:defRPr>
            </a:lvl6pPr>
            <a:lvl7pPr algn="ctr">
              <a:defRPr sz="1125" b="0">
                <a:solidFill>
                  <a:srgbClr val="FFB86B"/>
                </a:solidFill>
              </a:defRPr>
            </a:lvl7pPr>
            <a:lvl8pPr algn="ctr">
              <a:defRPr sz="1125" b="0">
                <a:solidFill>
                  <a:srgbClr val="FFB86B"/>
                </a:solidFill>
              </a:defRPr>
            </a:lvl8pPr>
            <a:lvl9pPr algn="ctr">
              <a:defRPr sz="1125" b="0">
                <a:solidFill>
                  <a:srgbClr val="FFB86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FFB86B"/>
                </a:solidFill>
              </a:defRPr>
            </a:pPr>
            <a:r>
              <a:rPr sz="1125" b="0">
                <a:solidFill>
                  <a:srgbClr val="FFB86B"/>
                </a:solidFill>
              </a:rPr>
              <a:t>≥85%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C4C4D5-13D8-4C90-8E6F-1140A399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3524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80CCB-47CC-4ED6-B226-55C38C11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29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EEF4F5"/>
                </a:solidFill>
              </a:defRPr>
            </a:defPPr>
            <a:lvl1pPr algn="l">
              <a:defRPr sz="1050" b="1">
                <a:solidFill>
                  <a:srgbClr val="EEF4F5"/>
                </a:solidFill>
              </a:defRPr>
            </a:lvl1pPr>
            <a:lvl2pPr algn="l">
              <a:defRPr sz="1050" b="1">
                <a:solidFill>
                  <a:srgbClr val="EEF4F5"/>
                </a:solidFill>
              </a:defRPr>
            </a:lvl2pPr>
            <a:lvl3pPr algn="l">
              <a:defRPr sz="1050" b="1">
                <a:solidFill>
                  <a:srgbClr val="EEF4F5"/>
                </a:solidFill>
              </a:defRPr>
            </a:lvl3pPr>
            <a:lvl4pPr algn="l">
              <a:defRPr sz="1050" b="1">
                <a:solidFill>
                  <a:srgbClr val="EEF4F5"/>
                </a:solidFill>
              </a:defRPr>
            </a:lvl4pPr>
            <a:lvl5pPr algn="l">
              <a:defRPr sz="1050" b="1">
                <a:solidFill>
                  <a:srgbClr val="EEF4F5"/>
                </a:solidFill>
              </a:defRPr>
            </a:lvl5pPr>
            <a:lvl6pPr algn="l">
              <a:defRPr sz="1050" b="1">
                <a:solidFill>
                  <a:srgbClr val="EEF4F5"/>
                </a:solidFill>
              </a:defRPr>
            </a:lvl6pPr>
            <a:lvl7pPr algn="l">
              <a:defRPr sz="1050" b="1">
                <a:solidFill>
                  <a:srgbClr val="EEF4F5"/>
                </a:solidFill>
              </a:defRPr>
            </a:lvl7pPr>
            <a:lvl8pPr algn="l">
              <a:defRPr sz="1050" b="1">
                <a:solidFill>
                  <a:srgbClr val="EEF4F5"/>
                </a:solidFill>
              </a:defRPr>
            </a:lvl8pPr>
            <a:lvl9pPr algn="l">
              <a:defRPr sz="10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EEF4F5"/>
                </a:solidFill>
              </a:defRPr>
            </a:pPr>
            <a:r>
              <a:rPr sz="1050" b="1">
                <a:solidFill>
                  <a:srgbClr val="EEF4F5"/>
                </a:solidFill>
              </a:rPr>
              <a:t>Gaussian F1 drop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4CD3E5-AB33-40FE-B2AC-A91E188D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48000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13DAF6-C093-4F80-941E-BB38A491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051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EEF4F5"/>
                </a:solidFill>
              </a:defRPr>
            </a:defPPr>
            <a:lvl1pPr algn="ctr">
              <a:defRPr sz="1125" b="0">
                <a:solidFill>
                  <a:srgbClr val="EEF4F5"/>
                </a:solidFill>
              </a:defRPr>
            </a:lvl1pPr>
            <a:lvl2pPr algn="ctr">
              <a:defRPr sz="1125" b="0">
                <a:solidFill>
                  <a:srgbClr val="EEF4F5"/>
                </a:solidFill>
              </a:defRPr>
            </a:lvl2pPr>
            <a:lvl3pPr algn="ctr">
              <a:defRPr sz="1125" b="0">
                <a:solidFill>
                  <a:srgbClr val="EEF4F5"/>
                </a:solidFill>
              </a:defRPr>
            </a:lvl3pPr>
            <a:lvl4pPr algn="ctr">
              <a:defRPr sz="1125" b="0">
                <a:solidFill>
                  <a:srgbClr val="EEF4F5"/>
                </a:solidFill>
              </a:defRPr>
            </a:lvl4pPr>
            <a:lvl5pPr algn="ctr">
              <a:defRPr sz="1125" b="0">
                <a:solidFill>
                  <a:srgbClr val="EEF4F5"/>
                </a:solidFill>
              </a:defRPr>
            </a:lvl5pPr>
            <a:lvl6pPr algn="ctr">
              <a:defRPr sz="1125" b="0">
                <a:solidFill>
                  <a:srgbClr val="EEF4F5"/>
                </a:solidFill>
              </a:defRPr>
            </a:lvl6pPr>
            <a:lvl7pPr algn="ctr">
              <a:defRPr sz="1125" b="0">
                <a:solidFill>
                  <a:srgbClr val="EEF4F5"/>
                </a:solidFill>
              </a:defRPr>
            </a:lvl7pPr>
            <a:lvl8pPr algn="ctr">
              <a:defRPr sz="1125" b="0">
                <a:solidFill>
                  <a:srgbClr val="EEF4F5"/>
                </a:solidFill>
              </a:defRPr>
            </a:lvl8pPr>
            <a:lvl9pPr algn="ctr">
              <a:defRPr sz="1125" b="0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EF4F5"/>
                </a:solidFill>
              </a:defRPr>
            </a:pPr>
            <a:r>
              <a:rPr sz="1125" b="0">
                <a:solidFill>
                  <a:srgbClr val="EEF4F5"/>
                </a:solidFill>
              </a:rPr>
              <a:t>79.95 pp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90B874-BA3A-4B90-AE29-85FBD7BC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021A3D-8C17-4B40-9766-80E64B43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EEF4F5"/>
                </a:solidFill>
              </a:defRPr>
            </a:defPPr>
            <a:lvl1pPr algn="ctr">
              <a:defRPr sz="1125" b="0">
                <a:solidFill>
                  <a:srgbClr val="EEF4F5"/>
                </a:solidFill>
              </a:defRPr>
            </a:lvl1pPr>
            <a:lvl2pPr algn="ctr">
              <a:defRPr sz="1125" b="0">
                <a:solidFill>
                  <a:srgbClr val="EEF4F5"/>
                </a:solidFill>
              </a:defRPr>
            </a:lvl2pPr>
            <a:lvl3pPr algn="ctr">
              <a:defRPr sz="1125" b="0">
                <a:solidFill>
                  <a:srgbClr val="EEF4F5"/>
                </a:solidFill>
              </a:defRPr>
            </a:lvl3pPr>
            <a:lvl4pPr algn="ctr">
              <a:defRPr sz="1125" b="0">
                <a:solidFill>
                  <a:srgbClr val="EEF4F5"/>
                </a:solidFill>
              </a:defRPr>
            </a:lvl4pPr>
            <a:lvl5pPr algn="ctr">
              <a:defRPr sz="1125" b="0">
                <a:solidFill>
                  <a:srgbClr val="EEF4F5"/>
                </a:solidFill>
              </a:defRPr>
            </a:lvl5pPr>
            <a:lvl6pPr algn="ctr">
              <a:defRPr sz="1125" b="0">
                <a:solidFill>
                  <a:srgbClr val="EEF4F5"/>
                </a:solidFill>
              </a:defRPr>
            </a:lvl6pPr>
            <a:lvl7pPr algn="ctr">
              <a:defRPr sz="1125" b="0">
                <a:solidFill>
                  <a:srgbClr val="EEF4F5"/>
                </a:solidFill>
              </a:defRPr>
            </a:lvl7pPr>
            <a:lvl8pPr algn="ctr">
              <a:defRPr sz="1125" b="0">
                <a:solidFill>
                  <a:srgbClr val="EEF4F5"/>
                </a:solidFill>
              </a:defRPr>
            </a:lvl8pPr>
            <a:lvl9pPr algn="ctr">
              <a:defRPr sz="1125" b="0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EF4F5"/>
                </a:solidFill>
              </a:defRPr>
            </a:pPr>
            <a:r>
              <a:rPr sz="1125" b="0">
                <a:solidFill>
                  <a:srgbClr val="EEF4F5"/>
                </a:solidFill>
              </a:rPr>
              <a:t>17.30 pp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BF42D4-3D6E-4378-A63A-2037B7A4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48000"/>
            <a:ext cx="2524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6F6140-C2C2-4686-BC62-65F44AE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FFB86B"/>
                </a:solidFill>
              </a:defRPr>
            </a:defPPr>
            <a:lvl1pPr algn="ctr">
              <a:defRPr sz="1125" b="0">
                <a:solidFill>
                  <a:srgbClr val="FFB86B"/>
                </a:solidFill>
              </a:defRPr>
            </a:lvl1pPr>
            <a:lvl2pPr algn="ctr">
              <a:defRPr sz="1125" b="0">
                <a:solidFill>
                  <a:srgbClr val="FFB86B"/>
                </a:solidFill>
              </a:defRPr>
            </a:lvl2pPr>
            <a:lvl3pPr algn="ctr">
              <a:defRPr sz="1125" b="0">
                <a:solidFill>
                  <a:srgbClr val="FFB86B"/>
                </a:solidFill>
              </a:defRPr>
            </a:lvl3pPr>
            <a:lvl4pPr algn="ctr">
              <a:defRPr sz="1125" b="0">
                <a:solidFill>
                  <a:srgbClr val="FFB86B"/>
                </a:solidFill>
              </a:defRPr>
            </a:lvl4pPr>
            <a:lvl5pPr algn="ctr">
              <a:defRPr sz="1125" b="0">
                <a:solidFill>
                  <a:srgbClr val="FFB86B"/>
                </a:solidFill>
              </a:defRPr>
            </a:lvl5pPr>
            <a:lvl6pPr algn="ctr">
              <a:defRPr sz="1125" b="0">
                <a:solidFill>
                  <a:srgbClr val="FFB86B"/>
                </a:solidFill>
              </a:defRPr>
            </a:lvl6pPr>
            <a:lvl7pPr algn="ctr">
              <a:defRPr sz="1125" b="0">
                <a:solidFill>
                  <a:srgbClr val="FFB86B"/>
                </a:solidFill>
              </a:defRPr>
            </a:lvl7pPr>
            <a:lvl8pPr algn="ctr">
              <a:defRPr sz="1125" b="0">
                <a:solidFill>
                  <a:srgbClr val="FFB86B"/>
                </a:solidFill>
              </a:defRPr>
            </a:lvl8pPr>
            <a:lvl9pPr algn="ctr">
              <a:defRPr sz="1125" b="0">
                <a:solidFill>
                  <a:srgbClr val="FFB86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FFB86B"/>
                </a:solidFill>
              </a:defRPr>
            </a:pPr>
            <a:r>
              <a:rPr sz="1125" b="0">
                <a:solidFill>
                  <a:srgbClr val="FFB86B"/>
                </a:solidFill>
              </a:rPr>
              <a:t>≤8 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83B749-9879-4B7A-9515-60D3C9CA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3524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77A58F-0645-43D5-93A2-EBA23B33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329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EEF4F5"/>
                </a:solidFill>
              </a:defRPr>
            </a:defPPr>
            <a:lvl1pPr algn="l">
              <a:defRPr sz="1050" b="1">
                <a:solidFill>
                  <a:srgbClr val="EEF4F5"/>
                </a:solidFill>
              </a:defRPr>
            </a:lvl1pPr>
            <a:lvl2pPr algn="l">
              <a:defRPr sz="1050" b="1">
                <a:solidFill>
                  <a:srgbClr val="EEF4F5"/>
                </a:solidFill>
              </a:defRPr>
            </a:lvl2pPr>
            <a:lvl3pPr algn="l">
              <a:defRPr sz="1050" b="1">
                <a:solidFill>
                  <a:srgbClr val="EEF4F5"/>
                </a:solidFill>
              </a:defRPr>
            </a:lvl3pPr>
            <a:lvl4pPr algn="l">
              <a:defRPr sz="1050" b="1">
                <a:solidFill>
                  <a:srgbClr val="EEF4F5"/>
                </a:solidFill>
              </a:defRPr>
            </a:lvl4pPr>
            <a:lvl5pPr algn="l">
              <a:defRPr sz="1050" b="1">
                <a:solidFill>
                  <a:srgbClr val="EEF4F5"/>
                </a:solidFill>
              </a:defRPr>
            </a:lvl5pPr>
            <a:lvl6pPr algn="l">
              <a:defRPr sz="1050" b="1">
                <a:solidFill>
                  <a:srgbClr val="EEF4F5"/>
                </a:solidFill>
              </a:defRPr>
            </a:lvl6pPr>
            <a:lvl7pPr algn="l">
              <a:defRPr sz="1050" b="1">
                <a:solidFill>
                  <a:srgbClr val="EEF4F5"/>
                </a:solidFill>
              </a:defRPr>
            </a:lvl7pPr>
            <a:lvl8pPr algn="l">
              <a:defRPr sz="1050" b="1">
                <a:solidFill>
                  <a:srgbClr val="EEF4F5"/>
                </a:solidFill>
              </a:defRPr>
            </a:lvl8pPr>
            <a:lvl9pPr algn="l">
              <a:defRPr sz="10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EEF4F5"/>
                </a:solidFill>
              </a:defRPr>
            </a:pPr>
            <a:r>
              <a:rPr sz="1050" b="1">
                <a:solidFill>
                  <a:srgbClr val="EEF4F5"/>
                </a:solidFill>
              </a:rPr>
              <a:t>Salt-pepper F1 drop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0C2172-E837-4CBF-A6D0-2AF9BC07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7187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5511B0-E192-4256-A6EB-E2E9E5F8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2902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EEF4F5"/>
                </a:solidFill>
              </a:defRPr>
            </a:defPPr>
            <a:lvl1pPr algn="ctr">
              <a:defRPr sz="1125" b="0">
                <a:solidFill>
                  <a:srgbClr val="EEF4F5"/>
                </a:solidFill>
              </a:defRPr>
            </a:lvl1pPr>
            <a:lvl2pPr algn="ctr">
              <a:defRPr sz="1125" b="0">
                <a:solidFill>
                  <a:srgbClr val="EEF4F5"/>
                </a:solidFill>
              </a:defRPr>
            </a:lvl2pPr>
            <a:lvl3pPr algn="ctr">
              <a:defRPr sz="1125" b="0">
                <a:solidFill>
                  <a:srgbClr val="EEF4F5"/>
                </a:solidFill>
              </a:defRPr>
            </a:lvl3pPr>
            <a:lvl4pPr algn="ctr">
              <a:defRPr sz="1125" b="0">
                <a:solidFill>
                  <a:srgbClr val="EEF4F5"/>
                </a:solidFill>
              </a:defRPr>
            </a:lvl4pPr>
            <a:lvl5pPr algn="ctr">
              <a:defRPr sz="1125" b="0">
                <a:solidFill>
                  <a:srgbClr val="EEF4F5"/>
                </a:solidFill>
              </a:defRPr>
            </a:lvl5pPr>
            <a:lvl6pPr algn="ctr">
              <a:defRPr sz="1125" b="0">
                <a:solidFill>
                  <a:srgbClr val="EEF4F5"/>
                </a:solidFill>
              </a:defRPr>
            </a:lvl6pPr>
            <a:lvl7pPr algn="ctr">
              <a:defRPr sz="1125" b="0">
                <a:solidFill>
                  <a:srgbClr val="EEF4F5"/>
                </a:solidFill>
              </a:defRPr>
            </a:lvl7pPr>
            <a:lvl8pPr algn="ctr">
              <a:defRPr sz="1125" b="0">
                <a:solidFill>
                  <a:srgbClr val="EEF4F5"/>
                </a:solidFill>
              </a:defRPr>
            </a:lvl8pPr>
            <a:lvl9pPr algn="ctr">
              <a:defRPr sz="1125" b="0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EF4F5"/>
                </a:solidFill>
              </a:defRPr>
            </a:pPr>
            <a:r>
              <a:rPr sz="1125" b="0">
                <a:solidFill>
                  <a:srgbClr val="EEF4F5"/>
                </a:solidFill>
              </a:rPr>
              <a:t>80.39 pp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1EBCF9-8651-4163-B83F-1127D800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7187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8ACB3B-FF13-4A3A-8EDC-B2472A80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2902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EEF4F5"/>
                </a:solidFill>
              </a:defRPr>
            </a:defPPr>
            <a:lvl1pPr algn="ctr">
              <a:defRPr sz="1125" b="0">
                <a:solidFill>
                  <a:srgbClr val="EEF4F5"/>
                </a:solidFill>
              </a:defRPr>
            </a:lvl1pPr>
            <a:lvl2pPr algn="ctr">
              <a:defRPr sz="1125" b="0">
                <a:solidFill>
                  <a:srgbClr val="EEF4F5"/>
                </a:solidFill>
              </a:defRPr>
            </a:lvl2pPr>
            <a:lvl3pPr algn="ctr">
              <a:defRPr sz="1125" b="0">
                <a:solidFill>
                  <a:srgbClr val="EEF4F5"/>
                </a:solidFill>
              </a:defRPr>
            </a:lvl3pPr>
            <a:lvl4pPr algn="ctr">
              <a:defRPr sz="1125" b="0">
                <a:solidFill>
                  <a:srgbClr val="EEF4F5"/>
                </a:solidFill>
              </a:defRPr>
            </a:lvl4pPr>
            <a:lvl5pPr algn="ctr">
              <a:defRPr sz="1125" b="0">
                <a:solidFill>
                  <a:srgbClr val="EEF4F5"/>
                </a:solidFill>
              </a:defRPr>
            </a:lvl5pPr>
            <a:lvl6pPr algn="ctr">
              <a:defRPr sz="1125" b="0">
                <a:solidFill>
                  <a:srgbClr val="EEF4F5"/>
                </a:solidFill>
              </a:defRPr>
            </a:lvl6pPr>
            <a:lvl7pPr algn="ctr">
              <a:defRPr sz="1125" b="0">
                <a:solidFill>
                  <a:srgbClr val="EEF4F5"/>
                </a:solidFill>
              </a:defRPr>
            </a:lvl7pPr>
            <a:lvl8pPr algn="ctr">
              <a:defRPr sz="1125" b="0">
                <a:solidFill>
                  <a:srgbClr val="EEF4F5"/>
                </a:solidFill>
              </a:defRPr>
            </a:lvl8pPr>
            <a:lvl9pPr algn="ctr">
              <a:defRPr sz="1125" b="0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EF4F5"/>
                </a:solidFill>
              </a:defRPr>
            </a:pPr>
            <a:r>
              <a:rPr sz="1125" b="0">
                <a:solidFill>
                  <a:srgbClr val="EEF4F5"/>
                </a:solidFill>
              </a:rPr>
              <a:t>19.80 pp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8C7DE1-D0FC-4CD8-8CB8-D8695593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71875"/>
            <a:ext cx="2524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81AA58-A08C-4D16-BC6A-94CD6A0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2902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FFB86B"/>
                </a:solidFill>
              </a:defRPr>
            </a:defPPr>
            <a:lvl1pPr algn="ctr">
              <a:defRPr sz="1125" b="0">
                <a:solidFill>
                  <a:srgbClr val="FFB86B"/>
                </a:solidFill>
              </a:defRPr>
            </a:lvl1pPr>
            <a:lvl2pPr algn="ctr">
              <a:defRPr sz="1125" b="0">
                <a:solidFill>
                  <a:srgbClr val="FFB86B"/>
                </a:solidFill>
              </a:defRPr>
            </a:lvl2pPr>
            <a:lvl3pPr algn="ctr">
              <a:defRPr sz="1125" b="0">
                <a:solidFill>
                  <a:srgbClr val="FFB86B"/>
                </a:solidFill>
              </a:defRPr>
            </a:lvl3pPr>
            <a:lvl4pPr algn="ctr">
              <a:defRPr sz="1125" b="0">
                <a:solidFill>
                  <a:srgbClr val="FFB86B"/>
                </a:solidFill>
              </a:defRPr>
            </a:lvl4pPr>
            <a:lvl5pPr algn="ctr">
              <a:defRPr sz="1125" b="0">
                <a:solidFill>
                  <a:srgbClr val="FFB86B"/>
                </a:solidFill>
              </a:defRPr>
            </a:lvl5pPr>
            <a:lvl6pPr algn="ctr">
              <a:defRPr sz="1125" b="0">
                <a:solidFill>
                  <a:srgbClr val="FFB86B"/>
                </a:solidFill>
              </a:defRPr>
            </a:lvl6pPr>
            <a:lvl7pPr algn="ctr">
              <a:defRPr sz="1125" b="0">
                <a:solidFill>
                  <a:srgbClr val="FFB86B"/>
                </a:solidFill>
              </a:defRPr>
            </a:lvl7pPr>
            <a:lvl8pPr algn="ctr">
              <a:defRPr sz="1125" b="0">
                <a:solidFill>
                  <a:srgbClr val="FFB86B"/>
                </a:solidFill>
              </a:defRPr>
            </a:lvl8pPr>
            <a:lvl9pPr algn="ctr">
              <a:defRPr sz="1125" b="0">
                <a:solidFill>
                  <a:srgbClr val="FFB86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FFB86B"/>
                </a:solidFill>
              </a:defRPr>
            </a:pPr>
            <a:r>
              <a:rPr sz="1125" b="0">
                <a:solidFill>
                  <a:srgbClr val="FFB86B"/>
                </a:solidFill>
              </a:rPr>
              <a:t>≤8 pp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821928-CE33-42F4-8FB5-3645C3EA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3524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2A19F4-167B-4D8A-9856-B85973F1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29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EEF4F5"/>
                </a:solidFill>
              </a:defRPr>
            </a:defPPr>
            <a:lvl1pPr algn="l">
              <a:defRPr sz="1050" b="1">
                <a:solidFill>
                  <a:srgbClr val="EEF4F5"/>
                </a:solidFill>
              </a:defRPr>
            </a:lvl1pPr>
            <a:lvl2pPr algn="l">
              <a:defRPr sz="1050" b="1">
                <a:solidFill>
                  <a:srgbClr val="EEF4F5"/>
                </a:solidFill>
              </a:defRPr>
            </a:lvl2pPr>
            <a:lvl3pPr algn="l">
              <a:defRPr sz="1050" b="1">
                <a:solidFill>
                  <a:srgbClr val="EEF4F5"/>
                </a:solidFill>
              </a:defRPr>
            </a:lvl3pPr>
            <a:lvl4pPr algn="l">
              <a:defRPr sz="1050" b="1">
                <a:solidFill>
                  <a:srgbClr val="EEF4F5"/>
                </a:solidFill>
              </a:defRPr>
            </a:lvl4pPr>
            <a:lvl5pPr algn="l">
              <a:defRPr sz="1050" b="1">
                <a:solidFill>
                  <a:srgbClr val="EEF4F5"/>
                </a:solidFill>
              </a:defRPr>
            </a:lvl5pPr>
            <a:lvl6pPr algn="l">
              <a:defRPr sz="1050" b="1">
                <a:solidFill>
                  <a:srgbClr val="EEF4F5"/>
                </a:solidFill>
              </a:defRPr>
            </a:lvl6pPr>
            <a:lvl7pPr algn="l">
              <a:defRPr sz="1050" b="1">
                <a:solidFill>
                  <a:srgbClr val="EEF4F5"/>
                </a:solidFill>
              </a:defRPr>
            </a:lvl7pPr>
            <a:lvl8pPr algn="l">
              <a:defRPr sz="1050" b="1">
                <a:solidFill>
                  <a:srgbClr val="EEF4F5"/>
                </a:solidFill>
              </a:defRPr>
            </a:lvl8pPr>
            <a:lvl9pPr algn="l">
              <a:defRPr sz="10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EEF4F5"/>
                </a:solidFill>
              </a:defRPr>
            </a:pPr>
            <a:r>
              <a:rPr sz="1050" b="1">
                <a:solidFill>
                  <a:srgbClr val="EEF4F5"/>
                </a:solidFill>
              </a:rPr>
              <a:t>Channel-drop F1 drop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ED959D-734B-4F05-98A2-9E42BDC6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95750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8DDFA8-BD28-4F76-8E64-8E1B25EA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5290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EEF4F5"/>
                </a:solidFill>
              </a:defRPr>
            </a:defPPr>
            <a:lvl1pPr algn="ctr">
              <a:defRPr sz="1125" b="0">
                <a:solidFill>
                  <a:srgbClr val="EEF4F5"/>
                </a:solidFill>
              </a:defRPr>
            </a:lvl1pPr>
            <a:lvl2pPr algn="ctr">
              <a:defRPr sz="1125" b="0">
                <a:solidFill>
                  <a:srgbClr val="EEF4F5"/>
                </a:solidFill>
              </a:defRPr>
            </a:lvl2pPr>
            <a:lvl3pPr algn="ctr">
              <a:defRPr sz="1125" b="0">
                <a:solidFill>
                  <a:srgbClr val="EEF4F5"/>
                </a:solidFill>
              </a:defRPr>
            </a:lvl3pPr>
            <a:lvl4pPr algn="ctr">
              <a:defRPr sz="1125" b="0">
                <a:solidFill>
                  <a:srgbClr val="EEF4F5"/>
                </a:solidFill>
              </a:defRPr>
            </a:lvl4pPr>
            <a:lvl5pPr algn="ctr">
              <a:defRPr sz="1125" b="0">
                <a:solidFill>
                  <a:srgbClr val="EEF4F5"/>
                </a:solidFill>
              </a:defRPr>
            </a:lvl5pPr>
            <a:lvl6pPr algn="ctr">
              <a:defRPr sz="1125" b="0">
                <a:solidFill>
                  <a:srgbClr val="EEF4F5"/>
                </a:solidFill>
              </a:defRPr>
            </a:lvl6pPr>
            <a:lvl7pPr algn="ctr">
              <a:defRPr sz="1125" b="0">
                <a:solidFill>
                  <a:srgbClr val="EEF4F5"/>
                </a:solidFill>
              </a:defRPr>
            </a:lvl7pPr>
            <a:lvl8pPr algn="ctr">
              <a:defRPr sz="1125" b="0">
                <a:solidFill>
                  <a:srgbClr val="EEF4F5"/>
                </a:solidFill>
              </a:defRPr>
            </a:lvl8pPr>
            <a:lvl9pPr algn="ctr">
              <a:defRPr sz="1125" b="0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EF4F5"/>
                </a:solidFill>
              </a:defRPr>
            </a:pPr>
            <a:r>
              <a:rPr sz="1125" b="0">
                <a:solidFill>
                  <a:srgbClr val="EEF4F5"/>
                </a:solidFill>
              </a:rPr>
              <a:t>73.07 pp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56A742-1354-4DDC-8EB0-0739E299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06A571-BCD3-48CD-B810-318C27C3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5290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EEF4F5"/>
                </a:solidFill>
              </a:defRPr>
            </a:defPPr>
            <a:lvl1pPr algn="ctr">
              <a:defRPr sz="1125" b="0">
                <a:solidFill>
                  <a:srgbClr val="EEF4F5"/>
                </a:solidFill>
              </a:defRPr>
            </a:lvl1pPr>
            <a:lvl2pPr algn="ctr">
              <a:defRPr sz="1125" b="0">
                <a:solidFill>
                  <a:srgbClr val="EEF4F5"/>
                </a:solidFill>
              </a:defRPr>
            </a:lvl2pPr>
            <a:lvl3pPr algn="ctr">
              <a:defRPr sz="1125" b="0">
                <a:solidFill>
                  <a:srgbClr val="EEF4F5"/>
                </a:solidFill>
              </a:defRPr>
            </a:lvl3pPr>
            <a:lvl4pPr algn="ctr">
              <a:defRPr sz="1125" b="0">
                <a:solidFill>
                  <a:srgbClr val="EEF4F5"/>
                </a:solidFill>
              </a:defRPr>
            </a:lvl4pPr>
            <a:lvl5pPr algn="ctr">
              <a:defRPr sz="1125" b="0">
                <a:solidFill>
                  <a:srgbClr val="EEF4F5"/>
                </a:solidFill>
              </a:defRPr>
            </a:lvl5pPr>
            <a:lvl6pPr algn="ctr">
              <a:defRPr sz="1125" b="0">
                <a:solidFill>
                  <a:srgbClr val="EEF4F5"/>
                </a:solidFill>
              </a:defRPr>
            </a:lvl6pPr>
            <a:lvl7pPr algn="ctr">
              <a:defRPr sz="1125" b="0">
                <a:solidFill>
                  <a:srgbClr val="EEF4F5"/>
                </a:solidFill>
              </a:defRPr>
            </a:lvl7pPr>
            <a:lvl8pPr algn="ctr">
              <a:defRPr sz="1125" b="0">
                <a:solidFill>
                  <a:srgbClr val="EEF4F5"/>
                </a:solidFill>
              </a:defRPr>
            </a:lvl8pPr>
            <a:lvl9pPr algn="ctr">
              <a:defRPr sz="1125" b="0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EF4F5"/>
                </a:solidFill>
              </a:defRPr>
            </a:pPr>
            <a:r>
              <a:rPr sz="1125" b="0">
                <a:solidFill>
                  <a:srgbClr val="EEF4F5"/>
                </a:solidFill>
              </a:rPr>
              <a:t>6.67 pp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C63472-7C5C-43AE-9FAE-64E98E80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95750"/>
            <a:ext cx="2524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7A24DA-0555-4CD5-956B-A05513C4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52900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FFB86B"/>
                </a:solidFill>
              </a:defRPr>
            </a:defPPr>
            <a:lvl1pPr algn="ctr">
              <a:defRPr sz="1125" b="0">
                <a:solidFill>
                  <a:srgbClr val="FFB86B"/>
                </a:solidFill>
              </a:defRPr>
            </a:lvl1pPr>
            <a:lvl2pPr algn="ctr">
              <a:defRPr sz="1125" b="0">
                <a:solidFill>
                  <a:srgbClr val="FFB86B"/>
                </a:solidFill>
              </a:defRPr>
            </a:lvl2pPr>
            <a:lvl3pPr algn="ctr">
              <a:defRPr sz="1125" b="0">
                <a:solidFill>
                  <a:srgbClr val="FFB86B"/>
                </a:solidFill>
              </a:defRPr>
            </a:lvl3pPr>
            <a:lvl4pPr algn="ctr">
              <a:defRPr sz="1125" b="0">
                <a:solidFill>
                  <a:srgbClr val="FFB86B"/>
                </a:solidFill>
              </a:defRPr>
            </a:lvl4pPr>
            <a:lvl5pPr algn="ctr">
              <a:defRPr sz="1125" b="0">
                <a:solidFill>
                  <a:srgbClr val="FFB86B"/>
                </a:solidFill>
              </a:defRPr>
            </a:lvl5pPr>
            <a:lvl6pPr algn="ctr">
              <a:defRPr sz="1125" b="0">
                <a:solidFill>
                  <a:srgbClr val="FFB86B"/>
                </a:solidFill>
              </a:defRPr>
            </a:lvl6pPr>
            <a:lvl7pPr algn="ctr">
              <a:defRPr sz="1125" b="0">
                <a:solidFill>
                  <a:srgbClr val="FFB86B"/>
                </a:solidFill>
              </a:defRPr>
            </a:lvl7pPr>
            <a:lvl8pPr algn="ctr">
              <a:defRPr sz="1125" b="0">
                <a:solidFill>
                  <a:srgbClr val="FFB86B"/>
                </a:solidFill>
              </a:defRPr>
            </a:lvl8pPr>
            <a:lvl9pPr algn="ctr">
              <a:defRPr sz="1125" b="0">
                <a:solidFill>
                  <a:srgbClr val="FFB86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FFB86B"/>
                </a:solidFill>
              </a:defRPr>
            </a:pPr>
            <a:r>
              <a:rPr sz="1125" b="0">
                <a:solidFill>
                  <a:srgbClr val="FFB86B"/>
                </a:solidFill>
              </a:rPr>
              <a:t>≤8 pp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4934D9-C955-4B00-96FC-446DD7C5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9625"/>
            <a:ext cx="3524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BC264C-4A96-4914-87CC-A9610A01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329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EEF4F5"/>
                </a:solidFill>
              </a:defRPr>
            </a:defPPr>
            <a:lvl1pPr algn="l">
              <a:defRPr sz="1050" b="1">
                <a:solidFill>
                  <a:srgbClr val="EEF4F5"/>
                </a:solidFill>
              </a:defRPr>
            </a:lvl1pPr>
            <a:lvl2pPr algn="l">
              <a:defRPr sz="1050" b="1">
                <a:solidFill>
                  <a:srgbClr val="EEF4F5"/>
                </a:solidFill>
              </a:defRPr>
            </a:lvl2pPr>
            <a:lvl3pPr algn="l">
              <a:defRPr sz="1050" b="1">
                <a:solidFill>
                  <a:srgbClr val="EEF4F5"/>
                </a:solidFill>
              </a:defRPr>
            </a:lvl3pPr>
            <a:lvl4pPr algn="l">
              <a:defRPr sz="1050" b="1">
                <a:solidFill>
                  <a:srgbClr val="EEF4F5"/>
                </a:solidFill>
              </a:defRPr>
            </a:lvl4pPr>
            <a:lvl5pPr algn="l">
              <a:defRPr sz="1050" b="1">
                <a:solidFill>
                  <a:srgbClr val="EEF4F5"/>
                </a:solidFill>
              </a:defRPr>
            </a:lvl5pPr>
            <a:lvl6pPr algn="l">
              <a:defRPr sz="1050" b="1">
                <a:solidFill>
                  <a:srgbClr val="EEF4F5"/>
                </a:solidFill>
              </a:defRPr>
            </a:lvl6pPr>
            <a:lvl7pPr algn="l">
              <a:defRPr sz="1050" b="1">
                <a:solidFill>
                  <a:srgbClr val="EEF4F5"/>
                </a:solidFill>
              </a:defRPr>
            </a:lvl7pPr>
            <a:lvl8pPr algn="l">
              <a:defRPr sz="1050" b="1">
                <a:solidFill>
                  <a:srgbClr val="EEF4F5"/>
                </a:solidFill>
              </a:defRPr>
            </a:lvl8pPr>
            <a:lvl9pPr algn="l">
              <a:defRPr sz="10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EEF4F5"/>
                </a:solidFill>
              </a:defRPr>
            </a:pPr>
            <a:r>
              <a:rPr sz="1050" b="1">
                <a:solidFill>
                  <a:srgbClr val="EEF4F5"/>
                </a:solidFill>
              </a:rPr>
              <a:t>TorchScript / CPU latency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8BF383-A336-49A4-A527-B8C1B312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1962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1F38D7-C19D-4924-B253-09E43D2B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7677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EEF4F5"/>
                </a:solidFill>
              </a:defRPr>
            </a:defPPr>
            <a:lvl1pPr algn="ctr">
              <a:defRPr sz="1125" b="0">
                <a:solidFill>
                  <a:srgbClr val="EEF4F5"/>
                </a:solidFill>
              </a:defRPr>
            </a:lvl1pPr>
            <a:lvl2pPr algn="ctr">
              <a:defRPr sz="1125" b="0">
                <a:solidFill>
                  <a:srgbClr val="EEF4F5"/>
                </a:solidFill>
              </a:defRPr>
            </a:lvl2pPr>
            <a:lvl3pPr algn="ctr">
              <a:defRPr sz="1125" b="0">
                <a:solidFill>
                  <a:srgbClr val="EEF4F5"/>
                </a:solidFill>
              </a:defRPr>
            </a:lvl3pPr>
            <a:lvl4pPr algn="ctr">
              <a:defRPr sz="1125" b="0">
                <a:solidFill>
                  <a:srgbClr val="EEF4F5"/>
                </a:solidFill>
              </a:defRPr>
            </a:lvl4pPr>
            <a:lvl5pPr algn="ctr">
              <a:defRPr sz="1125" b="0">
                <a:solidFill>
                  <a:srgbClr val="EEF4F5"/>
                </a:solidFill>
              </a:defRPr>
            </a:lvl5pPr>
            <a:lvl6pPr algn="ctr">
              <a:defRPr sz="1125" b="0">
                <a:solidFill>
                  <a:srgbClr val="EEF4F5"/>
                </a:solidFill>
              </a:defRPr>
            </a:lvl6pPr>
            <a:lvl7pPr algn="ctr">
              <a:defRPr sz="1125" b="0">
                <a:solidFill>
                  <a:srgbClr val="EEF4F5"/>
                </a:solidFill>
              </a:defRPr>
            </a:lvl7pPr>
            <a:lvl8pPr algn="ctr">
              <a:defRPr sz="1125" b="0">
                <a:solidFill>
                  <a:srgbClr val="EEF4F5"/>
                </a:solidFill>
              </a:defRPr>
            </a:lvl8pPr>
            <a:lvl9pPr algn="ctr">
              <a:defRPr sz="1125" b="0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EF4F5"/>
                </a:solidFill>
              </a:defRPr>
            </a:pPr>
            <a:r>
              <a:rPr sz="1125" b="0">
                <a:solidFill>
                  <a:srgbClr val="EEF4F5"/>
                </a:solidFill>
              </a:rPr>
              <a:t>0.449 MB / 2.23 ms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13B3A4-AEB6-4461-9EE4-3D715804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962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8F6842-5213-44AE-B95F-992A289C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7677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EEF4F5"/>
                </a:solidFill>
              </a:defRPr>
            </a:defPPr>
            <a:lvl1pPr algn="ctr">
              <a:defRPr sz="1125" b="0">
                <a:solidFill>
                  <a:srgbClr val="EEF4F5"/>
                </a:solidFill>
              </a:defRPr>
            </a:lvl1pPr>
            <a:lvl2pPr algn="ctr">
              <a:defRPr sz="1125" b="0">
                <a:solidFill>
                  <a:srgbClr val="EEF4F5"/>
                </a:solidFill>
              </a:defRPr>
            </a:lvl2pPr>
            <a:lvl3pPr algn="ctr">
              <a:defRPr sz="1125" b="0">
                <a:solidFill>
                  <a:srgbClr val="EEF4F5"/>
                </a:solidFill>
              </a:defRPr>
            </a:lvl3pPr>
            <a:lvl4pPr algn="ctr">
              <a:defRPr sz="1125" b="0">
                <a:solidFill>
                  <a:srgbClr val="EEF4F5"/>
                </a:solidFill>
              </a:defRPr>
            </a:lvl4pPr>
            <a:lvl5pPr algn="ctr">
              <a:defRPr sz="1125" b="0">
                <a:solidFill>
                  <a:srgbClr val="EEF4F5"/>
                </a:solidFill>
              </a:defRPr>
            </a:lvl5pPr>
            <a:lvl6pPr algn="ctr">
              <a:defRPr sz="1125" b="0">
                <a:solidFill>
                  <a:srgbClr val="EEF4F5"/>
                </a:solidFill>
              </a:defRPr>
            </a:lvl6pPr>
            <a:lvl7pPr algn="ctr">
              <a:defRPr sz="1125" b="0">
                <a:solidFill>
                  <a:srgbClr val="EEF4F5"/>
                </a:solidFill>
              </a:defRPr>
            </a:lvl7pPr>
            <a:lvl8pPr algn="ctr">
              <a:defRPr sz="1125" b="0">
                <a:solidFill>
                  <a:srgbClr val="EEF4F5"/>
                </a:solidFill>
              </a:defRPr>
            </a:lvl8pPr>
            <a:lvl9pPr algn="ctr">
              <a:defRPr sz="1125" b="0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EEF4F5"/>
                </a:solidFill>
              </a:defRPr>
            </a:pPr>
            <a:r>
              <a:rPr sz="1125" b="0">
                <a:solidFill>
                  <a:srgbClr val="EEF4F5"/>
                </a:solidFill>
              </a:rPr>
              <a:t>0.449 MB / 2.23 ms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A48A85-A85E-4F74-969A-1E1D522D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19625"/>
            <a:ext cx="2524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9A820A-6897-41A8-93D6-203103E7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767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FFB86B"/>
                </a:solidFill>
              </a:defRPr>
            </a:defPPr>
            <a:lvl1pPr algn="ctr">
              <a:defRPr sz="1125" b="0">
                <a:solidFill>
                  <a:srgbClr val="FFB86B"/>
                </a:solidFill>
              </a:defRPr>
            </a:lvl1pPr>
            <a:lvl2pPr algn="ctr">
              <a:defRPr sz="1125" b="0">
                <a:solidFill>
                  <a:srgbClr val="FFB86B"/>
                </a:solidFill>
              </a:defRPr>
            </a:lvl2pPr>
            <a:lvl3pPr algn="ctr">
              <a:defRPr sz="1125" b="0">
                <a:solidFill>
                  <a:srgbClr val="FFB86B"/>
                </a:solidFill>
              </a:defRPr>
            </a:lvl3pPr>
            <a:lvl4pPr algn="ctr">
              <a:defRPr sz="1125" b="0">
                <a:solidFill>
                  <a:srgbClr val="FFB86B"/>
                </a:solidFill>
              </a:defRPr>
            </a:lvl4pPr>
            <a:lvl5pPr algn="ctr">
              <a:defRPr sz="1125" b="0">
                <a:solidFill>
                  <a:srgbClr val="FFB86B"/>
                </a:solidFill>
              </a:defRPr>
            </a:lvl5pPr>
            <a:lvl6pPr algn="ctr">
              <a:defRPr sz="1125" b="0">
                <a:solidFill>
                  <a:srgbClr val="FFB86B"/>
                </a:solidFill>
              </a:defRPr>
            </a:lvl6pPr>
            <a:lvl7pPr algn="ctr">
              <a:defRPr sz="1125" b="0">
                <a:solidFill>
                  <a:srgbClr val="FFB86B"/>
                </a:solidFill>
              </a:defRPr>
            </a:lvl7pPr>
            <a:lvl8pPr algn="ctr">
              <a:defRPr sz="1125" b="0">
                <a:solidFill>
                  <a:srgbClr val="FFB86B"/>
                </a:solidFill>
              </a:defRPr>
            </a:lvl8pPr>
            <a:lvl9pPr algn="ctr">
              <a:defRPr sz="1125" b="0">
                <a:solidFill>
                  <a:srgbClr val="FFB86B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FFB86B"/>
                </a:solidFill>
              </a:defRPr>
            </a:pPr>
            <a:r>
              <a:rPr sz="1125" b="0">
                <a:solidFill>
                  <a:srgbClr val="FFB86B"/>
                </a:solidFill>
              </a:rPr>
              <a:t>&lt;5 MB / ≤10 ms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94CE0C-3EE2-4B78-846F-898331F8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C8F55C"/>
                </a:solidFill>
              </a:defRPr>
            </a:defPPr>
            <a:lvl1pPr>
              <a:defRPr sz="900" b="1">
                <a:solidFill>
                  <a:srgbClr val="C8F55C"/>
                </a:solidFill>
              </a:defRPr>
            </a:lvl1pPr>
            <a:lvl2pPr>
              <a:defRPr sz="900" b="1">
                <a:solidFill>
                  <a:srgbClr val="C8F55C"/>
                </a:solidFill>
              </a:defRPr>
            </a:lvl2pPr>
            <a:lvl3pPr>
              <a:defRPr sz="900" b="1">
                <a:solidFill>
                  <a:srgbClr val="C8F55C"/>
                </a:solidFill>
              </a:defRPr>
            </a:lvl3pPr>
            <a:lvl4pPr>
              <a:defRPr sz="900" b="1">
                <a:solidFill>
                  <a:srgbClr val="C8F55C"/>
                </a:solidFill>
              </a:defRPr>
            </a:lvl4pPr>
            <a:lvl5pPr>
              <a:defRPr sz="900" b="1">
                <a:solidFill>
                  <a:srgbClr val="C8F55C"/>
                </a:solidFill>
              </a:defRPr>
            </a:lvl5pPr>
            <a:lvl6pPr>
              <a:defRPr sz="900" b="1">
                <a:solidFill>
                  <a:srgbClr val="C8F55C"/>
                </a:solidFill>
              </a:defRPr>
            </a:lvl6pPr>
            <a:lvl7pPr>
              <a:defRPr sz="900" b="1">
                <a:solidFill>
                  <a:srgbClr val="C8F55C"/>
                </a:solidFill>
              </a:defRPr>
            </a:lvl7pPr>
            <a:lvl8pPr>
              <a:defRPr sz="900" b="1">
                <a:solidFill>
                  <a:srgbClr val="C8F55C"/>
                </a:solidFill>
              </a:defRPr>
            </a:lvl8pPr>
            <a:lvl9pPr>
              <a:defRPr sz="900" b="1">
                <a:solidFill>
                  <a:srgbClr val="C8F55C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8F55C"/>
                </a:solidFill>
              </a:defRPr>
            </a:pPr>
            <a:r>
              <a:rPr sz="900" b="1">
                <a:solidFill>
                  <a:srgbClr val="C8F55C"/>
                </a:solidFill>
              </a:rPr>
              <a:t>CLEAN MACRO-F1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D0301C-FBC3-4022-8BA3-53060874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67350"/>
            <a:ext cx="476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0C2E21-3834-485F-BD45-FAA9710E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67350"/>
            <a:ext cx="390953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D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158BEA-D4A3-4D68-817A-1618758A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81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EEF4F5"/>
                </a:solidFill>
              </a:defRPr>
            </a:defPPr>
            <a:lvl1pPr>
              <a:defRPr sz="1125" b="1">
                <a:solidFill>
                  <a:srgbClr val="EEF4F5"/>
                </a:solidFill>
              </a:defRPr>
            </a:lvl1pPr>
            <a:lvl2pPr>
              <a:defRPr sz="1125" b="1">
                <a:solidFill>
                  <a:srgbClr val="EEF4F5"/>
                </a:solidFill>
              </a:defRPr>
            </a:lvl2pPr>
            <a:lvl3pPr>
              <a:defRPr sz="1125" b="1">
                <a:solidFill>
                  <a:srgbClr val="EEF4F5"/>
                </a:solidFill>
              </a:defRPr>
            </a:lvl3pPr>
            <a:lvl4pPr>
              <a:defRPr sz="1125" b="1">
                <a:solidFill>
                  <a:srgbClr val="EEF4F5"/>
                </a:solidFill>
              </a:defRPr>
            </a:lvl4pPr>
            <a:lvl5pPr>
              <a:defRPr sz="1125" b="1">
                <a:solidFill>
                  <a:srgbClr val="EEF4F5"/>
                </a:solidFill>
              </a:defRPr>
            </a:lvl5pPr>
            <a:lvl6pPr>
              <a:defRPr sz="1125" b="1">
                <a:solidFill>
                  <a:srgbClr val="EEF4F5"/>
                </a:solidFill>
              </a:defRPr>
            </a:lvl6pPr>
            <a:lvl7pPr>
              <a:defRPr sz="1125" b="1">
                <a:solidFill>
                  <a:srgbClr val="EEF4F5"/>
                </a:solidFill>
              </a:defRPr>
            </a:lvl7pPr>
            <a:lvl8pPr>
              <a:defRPr sz="1125" b="1">
                <a:solidFill>
                  <a:srgbClr val="EEF4F5"/>
                </a:solidFill>
              </a:defRPr>
            </a:lvl8pPr>
            <a:lvl9pPr>
              <a:defRPr sz="1125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EEF4F5"/>
                </a:solidFill>
              </a:defRPr>
            </a:pPr>
            <a:r>
              <a:rPr sz="1125" b="1">
                <a:solidFill>
                  <a:srgbClr val="EEF4F5"/>
                </a:solidFill>
              </a:rPr>
              <a:t>82.09% clean-only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22A538F-B169-49DD-A4A5-B0D3AFB7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72150"/>
            <a:ext cx="476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E6AA35-9637-4F75-8DB5-CB3ADCD2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72150"/>
            <a:ext cx="366950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A1DA52-C7B2-4DBF-A664-04BAD18E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86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EEF4F5"/>
                </a:solidFill>
              </a:defRPr>
            </a:defPPr>
            <a:lvl1pPr>
              <a:defRPr sz="1125" b="1">
                <a:solidFill>
                  <a:srgbClr val="EEF4F5"/>
                </a:solidFill>
              </a:defRPr>
            </a:lvl1pPr>
            <a:lvl2pPr>
              <a:defRPr sz="1125" b="1">
                <a:solidFill>
                  <a:srgbClr val="EEF4F5"/>
                </a:solidFill>
              </a:defRPr>
            </a:lvl2pPr>
            <a:lvl3pPr>
              <a:defRPr sz="1125" b="1">
                <a:solidFill>
                  <a:srgbClr val="EEF4F5"/>
                </a:solidFill>
              </a:defRPr>
            </a:lvl3pPr>
            <a:lvl4pPr>
              <a:defRPr sz="1125" b="1">
                <a:solidFill>
                  <a:srgbClr val="EEF4F5"/>
                </a:solidFill>
              </a:defRPr>
            </a:lvl4pPr>
            <a:lvl5pPr>
              <a:defRPr sz="1125" b="1">
                <a:solidFill>
                  <a:srgbClr val="EEF4F5"/>
                </a:solidFill>
              </a:defRPr>
            </a:lvl5pPr>
            <a:lvl6pPr>
              <a:defRPr sz="1125" b="1">
                <a:solidFill>
                  <a:srgbClr val="EEF4F5"/>
                </a:solidFill>
              </a:defRPr>
            </a:lvl6pPr>
            <a:lvl7pPr>
              <a:defRPr sz="1125" b="1">
                <a:solidFill>
                  <a:srgbClr val="EEF4F5"/>
                </a:solidFill>
              </a:defRPr>
            </a:lvl7pPr>
            <a:lvl8pPr>
              <a:defRPr sz="1125" b="1">
                <a:solidFill>
                  <a:srgbClr val="EEF4F5"/>
                </a:solidFill>
              </a:defRPr>
            </a:lvl8pPr>
            <a:lvl9pPr>
              <a:defRPr sz="1125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EEF4F5"/>
                </a:solidFill>
              </a:defRPr>
            </a:pPr>
            <a:r>
              <a:rPr sz="1125" b="1">
                <a:solidFill>
                  <a:srgbClr val="EEF4F5"/>
                </a:solidFill>
              </a:rPr>
              <a:t>77.05% noise-trained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80F90E8-1959-40D0-9E05-ECBD527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A8BAC1"/>
                </a:solidFill>
              </a:defRPr>
            </a:defPPr>
            <a:lvl1pPr>
              <a:defRPr sz="1050" b="0">
                <a:solidFill>
                  <a:srgbClr val="A8BAC1"/>
                </a:solidFill>
              </a:defRPr>
            </a:lvl1pPr>
            <a:lvl2pPr>
              <a:defRPr sz="1050" b="0">
                <a:solidFill>
                  <a:srgbClr val="A8BAC1"/>
                </a:solidFill>
              </a:defRPr>
            </a:lvl2pPr>
            <a:lvl3pPr>
              <a:defRPr sz="1050" b="0">
                <a:solidFill>
                  <a:srgbClr val="A8BAC1"/>
                </a:solidFill>
              </a:defRPr>
            </a:lvl3pPr>
            <a:lvl4pPr>
              <a:defRPr sz="1050" b="0">
                <a:solidFill>
                  <a:srgbClr val="A8BAC1"/>
                </a:solidFill>
              </a:defRPr>
            </a:lvl4pPr>
            <a:lvl5pPr>
              <a:defRPr sz="1050" b="0">
                <a:solidFill>
                  <a:srgbClr val="A8BAC1"/>
                </a:solidFill>
              </a:defRPr>
            </a:lvl5pPr>
            <a:lvl6pPr>
              <a:defRPr sz="1050" b="0">
                <a:solidFill>
                  <a:srgbClr val="A8BAC1"/>
                </a:solidFill>
              </a:defRPr>
            </a:lvl6pPr>
            <a:lvl7pPr>
              <a:defRPr sz="1050" b="0">
                <a:solidFill>
                  <a:srgbClr val="A8BAC1"/>
                </a:solidFill>
              </a:defRPr>
            </a:lvl7pPr>
            <a:lvl8pPr>
              <a:defRPr sz="1050" b="0">
                <a:solidFill>
                  <a:srgbClr val="A8BAC1"/>
                </a:solidFill>
              </a:defRPr>
            </a:lvl8pPr>
            <a:lvl9pPr>
              <a:defRPr sz="1050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8BAC1"/>
                </a:solidFill>
              </a:defRPr>
            </a:pPr>
            <a:r>
              <a:rPr sz="1050" b="0">
                <a:solidFill>
                  <a:srgbClr val="A8BAC1"/>
                </a:solidFill>
              </a:rPr>
              <a:t>Team goals met: model size and measured Colab CPU latency; channel-drop robustness only.</a:t>
            </a:r>
          </a:p>
        </p:txBody>
      </p:sp>
    </p:spTree>
    <p:extLst>
      <p:ext uri="{BB962C8B-B14F-4D97-AF65-F5344CB8AC3E}">
        <p14:creationId xmlns:p14="http://schemas.microsoft.com/office/powerpoint/2010/main" val="2705070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94A4AE-C76E-453F-8384-55CEBA03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3A443-F416-4632-BA4F-201C8C63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A8BAC1"/>
                </a:solidFill>
              </a:defRPr>
            </a:defPPr>
            <a:lvl1pPr>
              <a:defRPr sz="975" b="1">
                <a:solidFill>
                  <a:srgbClr val="A8BAC1"/>
                </a:solidFill>
              </a:defRPr>
            </a:lvl1pPr>
            <a:lvl2pPr>
              <a:defRPr sz="975" b="1">
                <a:solidFill>
                  <a:srgbClr val="A8BAC1"/>
                </a:solidFill>
              </a:defRPr>
            </a:lvl2pPr>
            <a:lvl3pPr>
              <a:defRPr sz="975" b="1">
                <a:solidFill>
                  <a:srgbClr val="A8BAC1"/>
                </a:solidFill>
              </a:defRPr>
            </a:lvl3pPr>
            <a:lvl4pPr>
              <a:defRPr sz="975" b="1">
                <a:solidFill>
                  <a:srgbClr val="A8BAC1"/>
                </a:solidFill>
              </a:defRPr>
            </a:lvl4pPr>
            <a:lvl5pPr>
              <a:defRPr sz="975" b="1">
                <a:solidFill>
                  <a:srgbClr val="A8BAC1"/>
                </a:solidFill>
              </a:defRPr>
            </a:lvl5pPr>
            <a:lvl6pPr>
              <a:defRPr sz="975" b="1">
                <a:solidFill>
                  <a:srgbClr val="A8BAC1"/>
                </a:solidFill>
              </a:defRPr>
            </a:lvl6pPr>
            <a:lvl7pPr>
              <a:defRPr sz="975" b="1">
                <a:solidFill>
                  <a:srgbClr val="A8BAC1"/>
                </a:solidFill>
              </a:defRPr>
            </a:lvl7pPr>
            <a:lvl8pPr>
              <a:defRPr sz="975" b="1">
                <a:solidFill>
                  <a:srgbClr val="A8BAC1"/>
                </a:solidFill>
              </a:defRPr>
            </a:lvl8pPr>
            <a:lvl9pPr>
              <a:defRPr sz="975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8BAC1"/>
                </a:solidFill>
              </a:defRPr>
            </a:pPr>
            <a:r>
              <a:rPr sz="975" b="1">
                <a:solidFill>
                  <a:srgbClr val="A8BAC1"/>
                </a:solidFill>
              </a:rPr>
              <a:t>EDGESAT AI  /  TRACK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1614B-6A82-4256-9C32-A61E8A19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A8BAC1"/>
                </a:solidFill>
              </a:defRPr>
            </a:defPPr>
            <a:lvl1pPr algn="r">
              <a:defRPr sz="900" b="1">
                <a:solidFill>
                  <a:srgbClr val="A8BAC1"/>
                </a:solidFill>
              </a:defRPr>
            </a:lvl1pPr>
            <a:lvl2pPr algn="r">
              <a:defRPr sz="900" b="1">
                <a:solidFill>
                  <a:srgbClr val="A8BAC1"/>
                </a:solidFill>
              </a:defRPr>
            </a:lvl2pPr>
            <a:lvl3pPr algn="r">
              <a:defRPr sz="900" b="1">
                <a:solidFill>
                  <a:srgbClr val="A8BAC1"/>
                </a:solidFill>
              </a:defRPr>
            </a:lvl3pPr>
            <a:lvl4pPr algn="r">
              <a:defRPr sz="900" b="1">
                <a:solidFill>
                  <a:srgbClr val="A8BAC1"/>
                </a:solidFill>
              </a:defRPr>
            </a:lvl4pPr>
            <a:lvl5pPr algn="r">
              <a:defRPr sz="900" b="1">
                <a:solidFill>
                  <a:srgbClr val="A8BAC1"/>
                </a:solidFill>
              </a:defRPr>
            </a:lvl5pPr>
            <a:lvl6pPr algn="r">
              <a:defRPr sz="900" b="1">
                <a:solidFill>
                  <a:srgbClr val="A8BAC1"/>
                </a:solidFill>
              </a:defRPr>
            </a:lvl6pPr>
            <a:lvl7pPr algn="r">
              <a:defRPr sz="900" b="1">
                <a:solidFill>
                  <a:srgbClr val="A8BAC1"/>
                </a:solidFill>
              </a:defRPr>
            </a:lvl7pPr>
            <a:lvl8pPr algn="r">
              <a:defRPr sz="900" b="1">
                <a:solidFill>
                  <a:srgbClr val="A8BAC1"/>
                </a:solidFill>
              </a:defRPr>
            </a:lvl8pPr>
            <a:lvl9pPr algn="r">
              <a:defRPr sz="900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8BAC1"/>
                </a:solidFill>
              </a:defRPr>
            </a:pPr>
            <a:r>
              <a:rPr sz="900" b="1">
                <a:solidFill>
                  <a:srgbClr val="A8BAC1"/>
                </a:solidFill>
              </a:rPr>
              <a:t>TAKEAWAYS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0BA91-890D-4A85-AD23-7C55E473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20B1E-F78B-4FC0-8463-E1B06B01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EF4F5"/>
                </a:solidFill>
              </a:defRPr>
            </a:defPPr>
            <a:lvl1pPr>
              <a:defRPr sz="2400" b="1">
                <a:solidFill>
                  <a:srgbClr val="EEF4F5"/>
                </a:solidFill>
              </a:defRPr>
            </a:lvl1pPr>
            <a:lvl2pPr>
              <a:defRPr sz="2400" b="1">
                <a:solidFill>
                  <a:srgbClr val="EEF4F5"/>
                </a:solidFill>
              </a:defRPr>
            </a:lvl2pPr>
            <a:lvl3pPr>
              <a:defRPr sz="2400" b="1">
                <a:solidFill>
                  <a:srgbClr val="EEF4F5"/>
                </a:solidFill>
              </a:defRPr>
            </a:lvl3pPr>
            <a:lvl4pPr>
              <a:defRPr sz="2400" b="1">
                <a:solidFill>
                  <a:srgbClr val="EEF4F5"/>
                </a:solidFill>
              </a:defRPr>
            </a:lvl4pPr>
            <a:lvl5pPr>
              <a:defRPr sz="2400" b="1">
                <a:solidFill>
                  <a:srgbClr val="EEF4F5"/>
                </a:solidFill>
              </a:defRPr>
            </a:lvl5pPr>
            <a:lvl6pPr>
              <a:defRPr sz="2400" b="1">
                <a:solidFill>
                  <a:srgbClr val="EEF4F5"/>
                </a:solidFill>
              </a:defRPr>
            </a:lvl6pPr>
            <a:lvl7pPr>
              <a:defRPr sz="2400" b="1">
                <a:solidFill>
                  <a:srgbClr val="EEF4F5"/>
                </a:solidFill>
              </a:defRPr>
            </a:lvl7pPr>
            <a:lvl8pPr>
              <a:defRPr sz="2400" b="1">
                <a:solidFill>
                  <a:srgbClr val="EEF4F5"/>
                </a:solidFill>
              </a:defRPr>
            </a:lvl8pPr>
            <a:lvl9pPr>
              <a:defRPr sz="240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EF4F5"/>
                </a:solidFill>
              </a:defRPr>
            </a:pPr>
            <a:r>
              <a:rPr sz="2400" b="1">
                <a:solidFill>
                  <a:srgbClr val="EEF4F5"/>
                </a:solidFill>
              </a:rPr>
              <a:t>Useful baseline; not yet a cloud-screening 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F31A6-4A43-40C2-995F-78C96C66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1"/>
                </a:solidFill>
              </a:defRPr>
            </a:defPPr>
            <a:lvl1pPr>
              <a:defRPr sz="1200" b="0">
                <a:solidFill>
                  <a:srgbClr val="A8BAC1"/>
                </a:solidFill>
              </a:defRPr>
            </a:lvl1pPr>
            <a:lvl2pPr>
              <a:defRPr sz="1200" b="0">
                <a:solidFill>
                  <a:srgbClr val="A8BAC1"/>
                </a:solidFill>
              </a:defRPr>
            </a:lvl2pPr>
            <a:lvl3pPr>
              <a:defRPr sz="1200" b="0">
                <a:solidFill>
                  <a:srgbClr val="A8BAC1"/>
                </a:solidFill>
              </a:defRPr>
            </a:lvl3pPr>
            <a:lvl4pPr>
              <a:defRPr sz="1200" b="0">
                <a:solidFill>
                  <a:srgbClr val="A8BAC1"/>
                </a:solidFill>
              </a:defRPr>
            </a:lvl4pPr>
            <a:lvl5pPr>
              <a:defRPr sz="1200" b="0">
                <a:solidFill>
                  <a:srgbClr val="A8BAC1"/>
                </a:solidFill>
              </a:defRPr>
            </a:lvl5pPr>
            <a:lvl6pPr>
              <a:defRPr sz="1200" b="0">
                <a:solidFill>
                  <a:srgbClr val="A8BAC1"/>
                </a:solidFill>
              </a:defRPr>
            </a:lvl6pPr>
            <a:lvl7pPr>
              <a:defRPr sz="1200" b="0">
                <a:solidFill>
                  <a:srgbClr val="A8BAC1"/>
                </a:solidFill>
              </a:defRPr>
            </a:lvl7pPr>
            <a:lvl8pPr>
              <a:defRPr sz="1200" b="0">
                <a:solidFill>
                  <a:srgbClr val="A8BAC1"/>
                </a:solidFill>
              </a:defRPr>
            </a:lvl8pPr>
            <a:lvl9pPr>
              <a:defRPr sz="1200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1"/>
                </a:solidFill>
              </a:defRPr>
            </a:pPr>
            <a:r>
              <a:rPr sz="1200" b="0">
                <a:solidFill>
                  <a:srgbClr val="A8BAC1"/>
                </a:solidFill>
              </a:rPr>
              <a:t>Present the measured trade-offs and the next experiments clearly.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4D720-93CC-4645-BC5F-E00D38B6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FE6C6-343C-47EA-ADF4-1164DD99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0">
                <a:solidFill>
                  <a:srgbClr val="A8BAC1"/>
                </a:solidFill>
              </a:defRPr>
            </a:defPPr>
            <a:lvl1pPr>
              <a:defRPr sz="750" b="0">
                <a:solidFill>
                  <a:srgbClr val="A8BAC1"/>
                </a:solidFill>
              </a:defRPr>
            </a:lvl1pPr>
            <a:lvl2pPr>
              <a:defRPr sz="750" b="0">
                <a:solidFill>
                  <a:srgbClr val="A8BAC1"/>
                </a:solidFill>
              </a:defRPr>
            </a:lvl2pPr>
            <a:lvl3pPr>
              <a:defRPr sz="750" b="0">
                <a:solidFill>
                  <a:srgbClr val="A8BAC1"/>
                </a:solidFill>
              </a:defRPr>
            </a:lvl3pPr>
            <a:lvl4pPr>
              <a:defRPr sz="750" b="0">
                <a:solidFill>
                  <a:srgbClr val="A8BAC1"/>
                </a:solidFill>
              </a:defRPr>
            </a:lvl4pPr>
            <a:lvl5pPr>
              <a:defRPr sz="750" b="0">
                <a:solidFill>
                  <a:srgbClr val="A8BAC1"/>
                </a:solidFill>
              </a:defRPr>
            </a:lvl5pPr>
            <a:lvl6pPr>
              <a:defRPr sz="750" b="0">
                <a:solidFill>
                  <a:srgbClr val="A8BAC1"/>
                </a:solidFill>
              </a:defRPr>
            </a:lvl6pPr>
            <a:lvl7pPr>
              <a:defRPr sz="750" b="0">
                <a:solidFill>
                  <a:srgbClr val="A8BAC1"/>
                </a:solidFill>
              </a:defRPr>
            </a:lvl7pPr>
            <a:lvl8pPr>
              <a:defRPr sz="750" b="0">
                <a:solidFill>
                  <a:srgbClr val="A8BAC1"/>
                </a:solidFill>
              </a:defRPr>
            </a:lvl8pPr>
            <a:lvl9pPr>
              <a:defRPr sz="750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A8BAC1"/>
                </a:solidFill>
              </a:defRPr>
            </a:pPr>
            <a:r>
              <a:rPr sz="750" b="0">
                <a:solidFill>
                  <a:srgbClr val="A8BAC1"/>
                </a:solidFill>
              </a:rPr>
              <a:t>SSG × RESEARCH CLUB HACKATHON  •  EURO-SAT  •  MEASURED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739D5-1DBA-4000-96AE-5906F4CE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A8BAC1"/>
                </a:solidFill>
              </a:defRPr>
            </a:defPPr>
            <a:lvl1pPr algn="r">
              <a:defRPr sz="750" b="1">
                <a:solidFill>
                  <a:srgbClr val="A8BAC1"/>
                </a:solidFill>
              </a:defRPr>
            </a:lvl1pPr>
            <a:lvl2pPr algn="r">
              <a:defRPr sz="750" b="1">
                <a:solidFill>
                  <a:srgbClr val="A8BAC1"/>
                </a:solidFill>
              </a:defRPr>
            </a:lvl2pPr>
            <a:lvl3pPr algn="r">
              <a:defRPr sz="750" b="1">
                <a:solidFill>
                  <a:srgbClr val="A8BAC1"/>
                </a:solidFill>
              </a:defRPr>
            </a:lvl3pPr>
            <a:lvl4pPr algn="r">
              <a:defRPr sz="750" b="1">
                <a:solidFill>
                  <a:srgbClr val="A8BAC1"/>
                </a:solidFill>
              </a:defRPr>
            </a:lvl4pPr>
            <a:lvl5pPr algn="r">
              <a:defRPr sz="750" b="1">
                <a:solidFill>
                  <a:srgbClr val="A8BAC1"/>
                </a:solidFill>
              </a:defRPr>
            </a:lvl5pPr>
            <a:lvl6pPr algn="r">
              <a:defRPr sz="750" b="1">
                <a:solidFill>
                  <a:srgbClr val="A8BAC1"/>
                </a:solidFill>
              </a:defRPr>
            </a:lvl6pPr>
            <a:lvl7pPr algn="r">
              <a:defRPr sz="750" b="1">
                <a:solidFill>
                  <a:srgbClr val="A8BAC1"/>
                </a:solidFill>
              </a:defRPr>
            </a:lvl7pPr>
            <a:lvl8pPr algn="r">
              <a:defRPr sz="750" b="1">
                <a:solidFill>
                  <a:srgbClr val="A8BAC1"/>
                </a:solidFill>
              </a:defRPr>
            </a:lvl8pPr>
            <a:lvl9pPr algn="r">
              <a:defRPr sz="750" b="1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A8BAC1"/>
                </a:solidFill>
              </a:defRPr>
            </a:pPr>
            <a:r>
              <a:rPr sz="750" b="1">
                <a:solidFill>
                  <a:srgbClr val="A8BAC1"/>
                </a:solidFill>
              </a:rPr>
              <a:t>05 /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BE7DD-7E33-43EC-BBCC-FEECD86D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3429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02330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29321-4C6D-470B-93FC-F62AC55A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8E939-0EA7-42A1-9416-F753EC84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76475"/>
            <a:ext cx="308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EF4F5"/>
                </a:solidFill>
              </a:defRPr>
            </a:defPPr>
            <a:lvl1pPr>
              <a:defRPr sz="1350" b="1">
                <a:solidFill>
                  <a:srgbClr val="EEF4F5"/>
                </a:solidFill>
              </a:defRPr>
            </a:lvl1pPr>
            <a:lvl2pPr>
              <a:defRPr sz="1350" b="1">
                <a:solidFill>
                  <a:srgbClr val="EEF4F5"/>
                </a:solidFill>
              </a:defRPr>
            </a:lvl2pPr>
            <a:lvl3pPr>
              <a:defRPr sz="1350" b="1">
                <a:solidFill>
                  <a:srgbClr val="EEF4F5"/>
                </a:solidFill>
              </a:defRPr>
            </a:lvl3pPr>
            <a:lvl4pPr>
              <a:defRPr sz="1350" b="1">
                <a:solidFill>
                  <a:srgbClr val="EEF4F5"/>
                </a:solidFill>
              </a:defRPr>
            </a:lvl4pPr>
            <a:lvl5pPr>
              <a:defRPr sz="1350" b="1">
                <a:solidFill>
                  <a:srgbClr val="EEF4F5"/>
                </a:solidFill>
              </a:defRPr>
            </a:lvl5pPr>
            <a:lvl6pPr>
              <a:defRPr sz="1350" b="1">
                <a:solidFill>
                  <a:srgbClr val="EEF4F5"/>
                </a:solidFill>
              </a:defRPr>
            </a:lvl6pPr>
            <a:lvl7pPr>
              <a:defRPr sz="1350" b="1">
                <a:solidFill>
                  <a:srgbClr val="EEF4F5"/>
                </a:solidFill>
              </a:defRPr>
            </a:lvl7pPr>
            <a:lvl8pPr>
              <a:defRPr sz="1350" b="1">
                <a:solidFill>
                  <a:srgbClr val="EEF4F5"/>
                </a:solidFill>
              </a:defRPr>
            </a:lvl8pPr>
            <a:lvl9pPr>
              <a:defRPr sz="1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EF4F5"/>
                </a:solidFill>
              </a:defRPr>
            </a:pPr>
            <a:r>
              <a:rPr sz="1350" b="1">
                <a:solidFill>
                  <a:srgbClr val="EEF4F5"/>
                </a:solidFill>
              </a:rPr>
              <a:t>What worked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B3DA6-EC0B-4919-B15B-64AD94FA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3067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1"/>
                </a:solidFill>
              </a:defRPr>
            </a:defPPr>
            <a:lvl1pPr>
              <a:defRPr sz="1125" b="0">
                <a:solidFill>
                  <a:srgbClr val="A8BAC1"/>
                </a:solidFill>
              </a:defRPr>
            </a:lvl1pPr>
            <a:lvl2pPr>
              <a:defRPr sz="1125" b="0">
                <a:solidFill>
                  <a:srgbClr val="A8BAC1"/>
                </a:solidFill>
              </a:defRPr>
            </a:lvl2pPr>
            <a:lvl3pPr>
              <a:defRPr sz="1125" b="0">
                <a:solidFill>
                  <a:srgbClr val="A8BAC1"/>
                </a:solidFill>
              </a:defRPr>
            </a:lvl3pPr>
            <a:lvl4pPr>
              <a:defRPr sz="1125" b="0">
                <a:solidFill>
                  <a:srgbClr val="A8BAC1"/>
                </a:solidFill>
              </a:defRPr>
            </a:lvl4pPr>
            <a:lvl5pPr>
              <a:defRPr sz="1125" b="0">
                <a:solidFill>
                  <a:srgbClr val="A8BAC1"/>
                </a:solidFill>
              </a:defRPr>
            </a:lvl5pPr>
            <a:lvl6pPr>
              <a:defRPr sz="1125" b="0">
                <a:solidFill>
                  <a:srgbClr val="A8BAC1"/>
                </a:solidFill>
              </a:defRPr>
            </a:lvl6pPr>
            <a:lvl7pPr>
              <a:defRPr sz="1125" b="0">
                <a:solidFill>
                  <a:srgbClr val="A8BAC1"/>
                </a:solidFill>
              </a:defRPr>
            </a:lvl7pPr>
            <a:lvl8pPr>
              <a:defRPr sz="1125" b="0">
                <a:solidFill>
                  <a:srgbClr val="A8BAC1"/>
                </a:solidFill>
              </a:defRPr>
            </a:lvl8pPr>
            <a:lvl9pPr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Noise augmentation improved macro-F1 under all three tested corruptions. Channel-drop loss was 6.67 points, within the 8-point target.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DFA83-EF5A-4042-A921-C2100F3E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3429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02330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D61B1-FA6E-46B4-9116-9B9C4BC2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A2BAF-35B7-45F5-8518-95C9F144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76475"/>
            <a:ext cx="308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EF4F5"/>
                </a:solidFill>
              </a:defRPr>
            </a:defPPr>
            <a:lvl1pPr>
              <a:defRPr sz="1350" b="1">
                <a:solidFill>
                  <a:srgbClr val="EEF4F5"/>
                </a:solidFill>
              </a:defRPr>
            </a:lvl1pPr>
            <a:lvl2pPr>
              <a:defRPr sz="1350" b="1">
                <a:solidFill>
                  <a:srgbClr val="EEF4F5"/>
                </a:solidFill>
              </a:defRPr>
            </a:lvl2pPr>
            <a:lvl3pPr>
              <a:defRPr sz="1350" b="1">
                <a:solidFill>
                  <a:srgbClr val="EEF4F5"/>
                </a:solidFill>
              </a:defRPr>
            </a:lvl3pPr>
            <a:lvl4pPr>
              <a:defRPr sz="1350" b="1">
                <a:solidFill>
                  <a:srgbClr val="EEF4F5"/>
                </a:solidFill>
              </a:defRPr>
            </a:lvl4pPr>
            <a:lvl5pPr>
              <a:defRPr sz="1350" b="1">
                <a:solidFill>
                  <a:srgbClr val="EEF4F5"/>
                </a:solidFill>
              </a:defRPr>
            </a:lvl5pPr>
            <a:lvl6pPr>
              <a:defRPr sz="1350" b="1">
                <a:solidFill>
                  <a:srgbClr val="EEF4F5"/>
                </a:solidFill>
              </a:defRPr>
            </a:lvl6pPr>
            <a:lvl7pPr>
              <a:defRPr sz="1350" b="1">
                <a:solidFill>
                  <a:srgbClr val="EEF4F5"/>
                </a:solidFill>
              </a:defRPr>
            </a:lvl7pPr>
            <a:lvl8pPr>
              <a:defRPr sz="1350" b="1">
                <a:solidFill>
                  <a:srgbClr val="EEF4F5"/>
                </a:solidFill>
              </a:defRPr>
            </a:lvl8pPr>
            <a:lvl9pPr>
              <a:defRPr sz="1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EF4F5"/>
                </a:solidFill>
              </a:defRPr>
            </a:pPr>
            <a:r>
              <a:rPr sz="1350" b="1">
                <a:solidFill>
                  <a:srgbClr val="EEF4F5"/>
                </a:solidFill>
              </a:rPr>
              <a:t>What missed project goals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4729C-4FB6-4102-A407-F802D3B5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3067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1"/>
                </a:solidFill>
              </a:defRPr>
            </a:defPPr>
            <a:lvl1pPr>
              <a:defRPr sz="1125" b="0">
                <a:solidFill>
                  <a:srgbClr val="A8BAC1"/>
                </a:solidFill>
              </a:defRPr>
            </a:lvl1pPr>
            <a:lvl2pPr>
              <a:defRPr sz="1125" b="0">
                <a:solidFill>
                  <a:srgbClr val="A8BAC1"/>
                </a:solidFill>
              </a:defRPr>
            </a:lvl2pPr>
            <a:lvl3pPr>
              <a:defRPr sz="1125" b="0">
                <a:solidFill>
                  <a:srgbClr val="A8BAC1"/>
                </a:solidFill>
              </a:defRPr>
            </a:lvl3pPr>
            <a:lvl4pPr>
              <a:defRPr sz="1125" b="0">
                <a:solidFill>
                  <a:srgbClr val="A8BAC1"/>
                </a:solidFill>
              </a:defRPr>
            </a:lvl4pPr>
            <a:lvl5pPr>
              <a:defRPr sz="1125" b="0">
                <a:solidFill>
                  <a:srgbClr val="A8BAC1"/>
                </a:solidFill>
              </a:defRPr>
            </a:lvl5pPr>
            <a:lvl6pPr>
              <a:defRPr sz="1125" b="0">
                <a:solidFill>
                  <a:srgbClr val="A8BAC1"/>
                </a:solidFill>
              </a:defRPr>
            </a:lvl6pPr>
            <a:lvl7pPr>
              <a:defRPr sz="1125" b="0">
                <a:solidFill>
                  <a:srgbClr val="A8BAC1"/>
                </a:solidFill>
              </a:defRPr>
            </a:lvl7pPr>
            <a:lvl8pPr>
              <a:defRPr sz="1125" b="0">
                <a:solidFill>
                  <a:srgbClr val="A8BAC1"/>
                </a:solidFill>
              </a:defRPr>
            </a:lvl8pPr>
            <a:lvl9pPr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Neither run reached 85% clean macro-F1. Gaussian and salt-and-pepper F1 drops exceeded 8 points.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F6265-35B9-4B3A-8C1D-BE7A8790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3429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02330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27B79-2241-4C51-BF74-D952C9A5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1652C-624E-46E6-91C7-CE33E2D3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76475"/>
            <a:ext cx="308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EF4F5"/>
                </a:solidFill>
              </a:defRPr>
            </a:defPPr>
            <a:lvl1pPr>
              <a:defRPr sz="1350" b="1">
                <a:solidFill>
                  <a:srgbClr val="EEF4F5"/>
                </a:solidFill>
              </a:defRPr>
            </a:lvl1pPr>
            <a:lvl2pPr>
              <a:defRPr sz="1350" b="1">
                <a:solidFill>
                  <a:srgbClr val="EEF4F5"/>
                </a:solidFill>
              </a:defRPr>
            </a:lvl2pPr>
            <a:lvl3pPr>
              <a:defRPr sz="1350" b="1">
                <a:solidFill>
                  <a:srgbClr val="EEF4F5"/>
                </a:solidFill>
              </a:defRPr>
            </a:lvl3pPr>
            <a:lvl4pPr>
              <a:defRPr sz="1350" b="1">
                <a:solidFill>
                  <a:srgbClr val="EEF4F5"/>
                </a:solidFill>
              </a:defRPr>
            </a:lvl4pPr>
            <a:lvl5pPr>
              <a:defRPr sz="1350" b="1">
                <a:solidFill>
                  <a:srgbClr val="EEF4F5"/>
                </a:solidFill>
              </a:defRPr>
            </a:lvl5pPr>
            <a:lvl6pPr>
              <a:defRPr sz="1350" b="1">
                <a:solidFill>
                  <a:srgbClr val="EEF4F5"/>
                </a:solidFill>
              </a:defRPr>
            </a:lvl6pPr>
            <a:lvl7pPr>
              <a:defRPr sz="1350" b="1">
                <a:solidFill>
                  <a:srgbClr val="EEF4F5"/>
                </a:solidFill>
              </a:defRPr>
            </a:lvl7pPr>
            <a:lvl8pPr>
              <a:defRPr sz="1350" b="1">
                <a:solidFill>
                  <a:srgbClr val="EEF4F5"/>
                </a:solidFill>
              </a:defRPr>
            </a:lvl8pPr>
            <a:lvl9pPr>
              <a:defRPr sz="1350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EF4F5"/>
                </a:solidFill>
              </a:defRPr>
            </a:pPr>
            <a:r>
              <a:rPr sz="1350" b="1">
                <a:solidFill>
                  <a:srgbClr val="EEF4F5"/>
                </a:solidFill>
              </a:rPr>
              <a:t>What is unmeasured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5CD3D-C0ED-4D31-A2CF-18E6EDC6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09850"/>
            <a:ext cx="3067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1"/>
                </a:solidFill>
              </a:defRPr>
            </a:defPPr>
            <a:lvl1pPr>
              <a:defRPr sz="1125" b="0">
                <a:solidFill>
                  <a:srgbClr val="A8BAC1"/>
                </a:solidFill>
              </a:defRPr>
            </a:lvl1pPr>
            <a:lvl2pPr>
              <a:defRPr sz="1125" b="0">
                <a:solidFill>
                  <a:srgbClr val="A8BAC1"/>
                </a:solidFill>
              </a:defRPr>
            </a:lvl2pPr>
            <a:lvl3pPr>
              <a:defRPr sz="1125" b="0">
                <a:solidFill>
                  <a:srgbClr val="A8BAC1"/>
                </a:solidFill>
              </a:defRPr>
            </a:lvl3pPr>
            <a:lvl4pPr>
              <a:defRPr sz="1125" b="0">
                <a:solidFill>
                  <a:srgbClr val="A8BAC1"/>
                </a:solidFill>
              </a:defRPr>
            </a:lvl4pPr>
            <a:lvl5pPr>
              <a:defRPr sz="1125" b="0">
                <a:solidFill>
                  <a:srgbClr val="A8BAC1"/>
                </a:solidFill>
              </a:defRPr>
            </a:lvl5pPr>
            <a:lvl6pPr>
              <a:defRPr sz="1125" b="0">
                <a:solidFill>
                  <a:srgbClr val="A8BAC1"/>
                </a:solidFill>
              </a:defRPr>
            </a:lvl6pPr>
            <a:lvl7pPr>
              <a:defRPr sz="1125" b="0">
                <a:solidFill>
                  <a:srgbClr val="A8BAC1"/>
                </a:solidFill>
              </a:defRPr>
            </a:lvl7pPr>
            <a:lvl8pPr>
              <a:defRPr sz="1125" b="0">
                <a:solidFill>
                  <a:srgbClr val="A8BAC1"/>
                </a:solidFill>
              </a:defRPr>
            </a:lvl8pPr>
            <a:lvl9pPr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Real cloud recognition, calibrated uncertainty, and flight-hardware latency were not evaluated.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AA21F3-9048-4B26-A6A7-BC52A347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C8F55C"/>
                </a:solidFill>
              </a:defRPr>
            </a:defPPr>
            <a:lvl1pPr>
              <a:defRPr sz="900" b="1">
                <a:solidFill>
                  <a:srgbClr val="C8F55C"/>
                </a:solidFill>
              </a:defRPr>
            </a:lvl1pPr>
            <a:lvl2pPr>
              <a:defRPr sz="900" b="1">
                <a:solidFill>
                  <a:srgbClr val="C8F55C"/>
                </a:solidFill>
              </a:defRPr>
            </a:lvl2pPr>
            <a:lvl3pPr>
              <a:defRPr sz="900" b="1">
                <a:solidFill>
                  <a:srgbClr val="C8F55C"/>
                </a:solidFill>
              </a:defRPr>
            </a:lvl3pPr>
            <a:lvl4pPr>
              <a:defRPr sz="900" b="1">
                <a:solidFill>
                  <a:srgbClr val="C8F55C"/>
                </a:solidFill>
              </a:defRPr>
            </a:lvl4pPr>
            <a:lvl5pPr>
              <a:defRPr sz="900" b="1">
                <a:solidFill>
                  <a:srgbClr val="C8F55C"/>
                </a:solidFill>
              </a:defRPr>
            </a:lvl5pPr>
            <a:lvl6pPr>
              <a:defRPr sz="900" b="1">
                <a:solidFill>
                  <a:srgbClr val="C8F55C"/>
                </a:solidFill>
              </a:defRPr>
            </a:lvl6pPr>
            <a:lvl7pPr>
              <a:defRPr sz="900" b="1">
                <a:solidFill>
                  <a:srgbClr val="C8F55C"/>
                </a:solidFill>
              </a:defRPr>
            </a:lvl7pPr>
            <a:lvl8pPr>
              <a:defRPr sz="900" b="1">
                <a:solidFill>
                  <a:srgbClr val="C8F55C"/>
                </a:solidFill>
              </a:defRPr>
            </a:lvl8pPr>
            <a:lvl9pPr>
              <a:defRPr sz="900" b="1">
                <a:solidFill>
                  <a:srgbClr val="C8F55C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8F55C"/>
                </a:solidFill>
              </a:defRPr>
            </a:pPr>
            <a:r>
              <a:rPr sz="900" b="1">
                <a:solidFill>
                  <a:srgbClr val="C8F55C"/>
                </a:solidFill>
              </a:rPr>
              <a:t>NEXT STEPS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45755-646C-407B-917D-751E3F68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7725"/>
            <a:ext cx="8477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EEF4F5"/>
                </a:solidFill>
              </a:defRPr>
            </a:defPPr>
            <a:lvl1pPr>
              <a:defRPr sz="1350" b="0">
                <a:solidFill>
                  <a:srgbClr val="EEF4F5"/>
                </a:solidFill>
              </a:defRPr>
            </a:lvl1pPr>
            <a:lvl2pPr>
              <a:defRPr sz="1350" b="0">
                <a:solidFill>
                  <a:srgbClr val="EEF4F5"/>
                </a:solidFill>
              </a:defRPr>
            </a:lvl2pPr>
            <a:lvl3pPr>
              <a:defRPr sz="1350" b="0">
                <a:solidFill>
                  <a:srgbClr val="EEF4F5"/>
                </a:solidFill>
              </a:defRPr>
            </a:lvl3pPr>
            <a:lvl4pPr>
              <a:defRPr sz="1350" b="0">
                <a:solidFill>
                  <a:srgbClr val="EEF4F5"/>
                </a:solidFill>
              </a:defRPr>
            </a:lvl4pPr>
            <a:lvl5pPr>
              <a:defRPr sz="1350" b="0">
                <a:solidFill>
                  <a:srgbClr val="EEF4F5"/>
                </a:solidFill>
              </a:defRPr>
            </a:lvl5pPr>
            <a:lvl6pPr>
              <a:defRPr sz="1350" b="0">
                <a:solidFill>
                  <a:srgbClr val="EEF4F5"/>
                </a:solidFill>
              </a:defRPr>
            </a:lvl6pPr>
            <a:lvl7pPr>
              <a:defRPr sz="1350" b="0">
                <a:solidFill>
                  <a:srgbClr val="EEF4F5"/>
                </a:solidFill>
              </a:defRPr>
            </a:lvl7pPr>
            <a:lvl8pPr>
              <a:defRPr sz="1350" b="0">
                <a:solidFill>
                  <a:srgbClr val="EEF4F5"/>
                </a:solidFill>
              </a:defRPr>
            </a:lvl8pPr>
            <a:lvl9pPr>
              <a:defRPr sz="1350" b="0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EEF4F5"/>
                </a:solidFill>
              </a:defRPr>
            </a:pPr>
            <a:r>
              <a:rPr sz="1350" b="0">
                <a:solidFill>
                  <a:srgbClr val="EEF4F5"/>
                </a:solidFill>
              </a:rPr>
              <a:t>1  Add labelled cloud data (CloudSEN12 subset) and evaluate cloud F1.</a:t>
            </a:r>
          </a:p>
          <a:p xmlns:a="http://schemas.openxmlformats.org/drawingml/2006/main">
            <a:pPr>
              <a:defRPr sz="1350" b="0">
                <a:solidFill>
                  <a:srgbClr val="EEF4F5"/>
                </a:solidFill>
              </a:defRPr>
            </a:pPr>
            <a:r>
              <a:rPr sz="1350" b="0">
                <a:solidFill>
                  <a:srgbClr val="EEF4F5"/>
                </a:solidFill>
              </a:rPr>
              <a:t>2  Tune augmentation and evaluate uncertainty calibration on validation data.</a:t>
            </a:r>
          </a:p>
          <a:p xmlns:a="http://schemas.openxmlformats.org/drawingml/2006/main">
            <a:pPr>
              <a:defRPr sz="1350" b="0">
                <a:solidFill>
                  <a:srgbClr val="EEF4F5"/>
                </a:solidFill>
              </a:defRPr>
            </a:pPr>
            <a:r>
              <a:rPr sz="1350" b="0">
                <a:solidFill>
                  <a:srgbClr val="EEF4F5"/>
                </a:solidFill>
              </a:rPr>
              <a:t>3  Measure on the target edge device and test a transparent transmit / defer policy.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D81E5-3208-4C2D-87B8-A631EC63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48175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42B38"/>
          </a:solidFill>
          <a:ln xmlns:a="http://schemas.openxmlformats.org/drawingml/2006/main" w="9525">
            <a:solidFill>
              <a:srgbClr val="2941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E68286-E9CD-4607-983D-6C3F8F0B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91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8D2DF"/>
                </a:solidFill>
              </a:defRPr>
            </a:defPPr>
            <a:lvl1pPr>
              <a:defRPr sz="900" b="1">
                <a:solidFill>
                  <a:srgbClr val="68D2DF"/>
                </a:solidFill>
              </a:defRPr>
            </a:lvl1pPr>
            <a:lvl2pPr>
              <a:defRPr sz="900" b="1">
                <a:solidFill>
                  <a:srgbClr val="68D2DF"/>
                </a:solidFill>
              </a:defRPr>
            </a:lvl2pPr>
            <a:lvl3pPr>
              <a:defRPr sz="900" b="1">
                <a:solidFill>
                  <a:srgbClr val="68D2DF"/>
                </a:solidFill>
              </a:defRPr>
            </a:lvl3pPr>
            <a:lvl4pPr>
              <a:defRPr sz="900" b="1">
                <a:solidFill>
                  <a:srgbClr val="68D2DF"/>
                </a:solidFill>
              </a:defRPr>
            </a:lvl4pPr>
            <a:lvl5pPr>
              <a:defRPr sz="900" b="1">
                <a:solidFill>
                  <a:srgbClr val="68D2DF"/>
                </a:solidFill>
              </a:defRPr>
            </a:lvl5pPr>
            <a:lvl6pPr>
              <a:defRPr sz="900" b="1">
                <a:solidFill>
                  <a:srgbClr val="68D2DF"/>
                </a:solidFill>
              </a:defRPr>
            </a:lvl6pPr>
            <a:lvl7pPr>
              <a:defRPr sz="900" b="1">
                <a:solidFill>
                  <a:srgbClr val="68D2DF"/>
                </a:solidFill>
              </a:defRPr>
            </a:lvl7pPr>
            <a:lvl8pPr>
              <a:defRPr sz="900" b="1">
                <a:solidFill>
                  <a:srgbClr val="68D2DF"/>
                </a:solidFill>
              </a:defRPr>
            </a:lvl8pPr>
            <a:lvl9pPr>
              <a:defRPr sz="900" b="1">
                <a:solidFill>
                  <a:srgbClr val="68D2D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8D2DF"/>
                </a:solidFill>
              </a:defRPr>
            </a:pPr>
            <a:r>
              <a:rPr sz="900" b="1">
                <a:solidFill>
                  <a:srgbClr val="68D2DF"/>
                </a:solidFill>
              </a:rPr>
              <a:t>DEMO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D3F82-08E4-450B-9CC3-813B2CF1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672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EEF4F5"/>
                </a:solidFill>
              </a:defRPr>
            </a:defPPr>
            <a:lvl1pPr>
              <a:defRPr sz="1725" b="1">
                <a:solidFill>
                  <a:srgbClr val="EEF4F5"/>
                </a:solidFill>
              </a:defRPr>
            </a:lvl1pPr>
            <a:lvl2pPr>
              <a:defRPr sz="1725" b="1">
                <a:solidFill>
                  <a:srgbClr val="EEF4F5"/>
                </a:solidFill>
              </a:defRPr>
            </a:lvl2pPr>
            <a:lvl3pPr>
              <a:defRPr sz="1725" b="1">
                <a:solidFill>
                  <a:srgbClr val="EEF4F5"/>
                </a:solidFill>
              </a:defRPr>
            </a:lvl3pPr>
            <a:lvl4pPr>
              <a:defRPr sz="1725" b="1">
                <a:solidFill>
                  <a:srgbClr val="EEF4F5"/>
                </a:solidFill>
              </a:defRPr>
            </a:lvl4pPr>
            <a:lvl5pPr>
              <a:defRPr sz="1725" b="1">
                <a:solidFill>
                  <a:srgbClr val="EEF4F5"/>
                </a:solidFill>
              </a:defRPr>
            </a:lvl5pPr>
            <a:lvl6pPr>
              <a:defRPr sz="1725" b="1">
                <a:solidFill>
                  <a:srgbClr val="EEF4F5"/>
                </a:solidFill>
              </a:defRPr>
            </a:lvl6pPr>
            <a:lvl7pPr>
              <a:defRPr sz="1725" b="1">
                <a:solidFill>
                  <a:srgbClr val="EEF4F5"/>
                </a:solidFill>
              </a:defRPr>
            </a:lvl7pPr>
            <a:lvl8pPr>
              <a:defRPr sz="1725" b="1">
                <a:solidFill>
                  <a:srgbClr val="EEF4F5"/>
                </a:solidFill>
              </a:defRPr>
            </a:lvl8pPr>
            <a:lvl9pPr>
              <a:defRPr sz="1725" b="1">
                <a:solidFill>
                  <a:srgbClr val="EEF4F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EEF4F5"/>
                </a:solidFill>
              </a:defRPr>
            </a:pPr>
            <a:r>
              <a:rPr sz="1725" b="1">
                <a:solidFill>
                  <a:srgbClr val="EEF4F5"/>
                </a:solidFill>
              </a:rPr>
              <a:t>Pasture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BF0A45-8BF1-4398-8F5A-11B54E3E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2292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A8BAC1"/>
                </a:solidFill>
              </a:defRPr>
            </a:defPPr>
            <a:lvl1pPr>
              <a:defRPr sz="1125" b="0">
                <a:solidFill>
                  <a:srgbClr val="A8BAC1"/>
                </a:solidFill>
              </a:defRPr>
            </a:lvl1pPr>
            <a:lvl2pPr>
              <a:defRPr sz="1125" b="0">
                <a:solidFill>
                  <a:srgbClr val="A8BAC1"/>
                </a:solidFill>
              </a:defRPr>
            </a:lvl2pPr>
            <a:lvl3pPr>
              <a:defRPr sz="1125" b="0">
                <a:solidFill>
                  <a:srgbClr val="A8BAC1"/>
                </a:solidFill>
              </a:defRPr>
            </a:lvl3pPr>
            <a:lvl4pPr>
              <a:defRPr sz="1125" b="0">
                <a:solidFill>
                  <a:srgbClr val="A8BAC1"/>
                </a:solidFill>
              </a:defRPr>
            </a:lvl4pPr>
            <a:lvl5pPr>
              <a:defRPr sz="1125" b="0">
                <a:solidFill>
                  <a:srgbClr val="A8BAC1"/>
                </a:solidFill>
              </a:defRPr>
            </a:lvl5pPr>
            <a:lvl6pPr>
              <a:defRPr sz="1125" b="0">
                <a:solidFill>
                  <a:srgbClr val="A8BAC1"/>
                </a:solidFill>
              </a:defRPr>
            </a:lvl6pPr>
            <a:lvl7pPr>
              <a:defRPr sz="1125" b="0">
                <a:solidFill>
                  <a:srgbClr val="A8BAC1"/>
                </a:solidFill>
              </a:defRPr>
            </a:lvl7pPr>
            <a:lvl8pPr>
              <a:defRPr sz="1125" b="0">
                <a:solidFill>
                  <a:srgbClr val="A8BAC1"/>
                </a:solidFill>
              </a:defRPr>
            </a:lvl8pPr>
            <a:lvl9pPr>
              <a:defRPr sz="1125" b="0">
                <a:solidFill>
                  <a:srgbClr val="A8BAC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92.63% class confidence</a:t>
            </a:r>
          </a:p>
          <a:p xmlns:a="http://schemas.openxmlformats.org/drawingml/2006/main">
            <a:pPr>
              <a:defRPr sz="1125" b="0">
                <a:solidFill>
                  <a:srgbClr val="A8BAC1"/>
                </a:solidFill>
              </a:defRPr>
            </a:pPr>
            <a:r>
              <a:rPr sz="1125" b="0">
                <a:solidFill>
                  <a:srgbClr val="A8BAC1"/>
                </a:solidFill>
              </a:rPr>
              <a:t>Clean signal: 99.87%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2E1A37-BBCC-4D05-ADD5-F42A1674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B86B"/>
                </a:solidFill>
              </a:defRPr>
            </a:defPPr>
            <a:lvl1pPr>
              <a:defRPr sz="1050" b="1">
                <a:solidFill>
                  <a:srgbClr val="FFB86B"/>
                </a:solidFill>
              </a:defRPr>
            </a:lvl1pPr>
            <a:lvl2pPr>
              <a:defRPr sz="1050" b="1">
                <a:solidFill>
                  <a:srgbClr val="FFB86B"/>
                </a:solidFill>
              </a:defRPr>
            </a:lvl2pPr>
            <a:lvl3pPr>
              <a:defRPr sz="1050" b="1">
                <a:solidFill>
                  <a:srgbClr val="FFB86B"/>
                </a:solidFill>
              </a:defRPr>
            </a:lvl3pPr>
            <a:lvl4pPr>
              <a:defRPr sz="1050" b="1">
                <a:solidFill>
                  <a:srgbClr val="FFB86B"/>
                </a:solidFill>
              </a:defRPr>
            </a:lvl4pPr>
            <a:lvl5pPr>
              <a:defRPr sz="1050" b="1">
                <a:solidFill>
                  <a:srgbClr val="FFB86B"/>
                </a:solidFill>
              </a:defRPr>
            </a:lvl5pPr>
            <a:lvl6pPr>
              <a:defRPr sz="1050" b="1">
                <a:solidFill>
                  <a:srgbClr val="FFB86B"/>
                </a:solidFill>
              </a:defRPr>
            </a:lvl6pPr>
            <a:lvl7pPr>
              <a:defRPr sz="1050" b="1">
                <a:solidFill>
                  <a:srgbClr val="FFB86B"/>
                </a:solidFill>
              </a:defRPr>
            </a:lvl7pPr>
            <a:lvl8pPr>
              <a:defRPr sz="1050" b="1">
                <a:solidFill>
                  <a:srgbClr val="FFB86B"/>
                </a:solidFill>
              </a:defRPr>
            </a:lvl8pPr>
            <a:lvl9pPr>
              <a:defRPr sz="1050" b="1">
                <a:solidFill>
                  <a:srgbClr val="FFB8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B86B"/>
                </a:solidFill>
              </a:defRPr>
            </a:pPr>
            <a:r>
              <a:rPr sz="1050" b="1">
                <a:solidFill>
                  <a:srgbClr val="FFB86B"/>
                </a:solidFill>
              </a:rPr>
              <a:t>One example prediction is not an aggregate accuracy result.</a:t>
            </a:r>
          </a:p>
        </p:txBody>
      </p:sp>
    </p:spTree>
    <p:extLst>
      <p:ext uri="{BB962C8B-B14F-4D97-AF65-F5344CB8AC3E}">
        <p14:creationId xmlns:p14="http://schemas.microsoft.com/office/powerpoint/2010/main" val="1908004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2026-10-29T12:43:57.3610000Z</dcterms:created>
  <dcterms:modified xsi:type="dcterms:W3CDTF">2026-10-29T12:43:57.3610000Z</dcterms:modified>
</coreProperties>
</file>